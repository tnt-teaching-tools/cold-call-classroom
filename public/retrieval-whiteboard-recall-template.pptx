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17b19b2cfe40e8" /><Relationship Type="http://schemas.openxmlformats.org/officeDocument/2006/relationships/extended-properties" Target="/docProps/app.xml" Id="Rc4a95cb63acd4795" /><Relationship Type="http://schemas.openxmlformats.org/officeDocument/2006/relationships/officeDocument" Target="/ppt/presentation.xml" Id="R0936532d82764d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9d0bc7ed514a64"/>
  </p:sldMasterIdLst>
  <p:notesMasterIdLst>
    <p:notesMasterId xmlns:r="http://schemas.openxmlformats.org/officeDocument/2006/relationships" r:id="R5913ebf2301048c1"/>
  </p:notesMasterIdLst>
  <p:sldIdLst>
    <p:sldId xmlns:r="http://schemas.openxmlformats.org/officeDocument/2006/relationships" id="256" r:id="R72dc33e3e72548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06495eb6ff4057" /><Relationship Type="http://schemas.openxmlformats.org/officeDocument/2006/relationships/slideMaster" Target="/ppt/slideMasters/slideMaster1.xml" Id="R8c9d0bc7ed514a64" /><Relationship Type="http://schemas.openxmlformats.org/officeDocument/2006/relationships/notesMaster" Target="/ppt/notesMasters/notesMaster1.xml" Id="R5913ebf2301048c1" /><Relationship Type="http://schemas.openxmlformats.org/officeDocument/2006/relationships/presProps" Target="/ppt/presProps.xml" Id="R1afd4d4664e443b9" /><Relationship Type="http://schemas.openxmlformats.org/officeDocument/2006/relationships/tableStyles" Target="/ppt/tableStyles.xml" Id="R0457be09d3294544" /><Relationship Type="http://schemas.openxmlformats.org/officeDocument/2006/relationships/slide" Target="/ppt/slides/slide1.xml" Id="R72dc33e3e72548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45b843b25d45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eeb1bc07ba4428" /><Relationship Type="http://schemas.openxmlformats.org/officeDocument/2006/relationships/notesMaster" Target="/ppt/notesMasters/notesMaster1.xml" Id="R6dbdadc52f5f4f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setup: Replace bracketed text before teaching. All text and shapes are editable. Duplicate the slide for answers or another prompt. For card activities, separate prompt and answer sides before printing.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Materials: Mini whiteboards, pens and your own prompts</a:t>
            </a:r>
          </a:p>
          <a:p xmlns:a="http://schemas.openxmlformats.org/drawingml/2006/main">
            <a:r>
              <a:t>Suggested time including feedback: 5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Give a cue: Pose a prompt about previously taught knowledge.</a:t>
            </a:r>
          </a:p>
          <a:p xmlns:a="http://schemas.openxmlformats.org/drawingml/2006/main">
            <a:r>
              <a:t>2. Think and write: Allow independent thinking; everyone commits an answer.</a:t>
            </a:r>
          </a:p>
          <a:p xmlns:a="http://schemas.openxmlformats.org/drawingml/2006/main">
            <a:r>
              <a:t>3. Reveal together: Keep boards hidden until your signal, then scan the whole room.</a:t>
            </a:r>
          </a:p>
          <a:p xmlns:a="http://schemas.openxmlformats.org/drawingml/2006/main">
            <a:r>
              <a:t>4. Correct and recheck: Explain a common gap; students improve and answer a short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Check: Sample across the room, not only the quickest responders. Avoid revealing another student’s board before everyone attempts.</a:t>
            </a:r>
          </a:p>
          <a:p xmlns:a="http://schemas.openxmlformats.org/drawingml/2006/main">
            <a:r>
              <a:t>Adapt: Accept diagrams or short phrases and adjust thinking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9a63916b84b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ad9bce33549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13ca42742c4d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8ed01f8374e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96e6b6ee141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7efa4f550f4a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096F537-0AE4-4B75-848F-FC2C5F62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C78299-71EC-4170-A4FD-CCFC5F01A0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CE0C0C8-6B8D-44D0-B7FE-2BD1732C55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116DDD7-258C-40EC-AD65-48C3DDC6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9666C68-ED3B-4466-AF17-2FD2B9CFE1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7CCC0B2-1D4E-477F-9912-52A8733C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05B6B3C-D7FA-4989-8615-7E32FF9EC2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BE2AF7B-B60D-4885-A0E1-6560BA3F8F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F4DBB7C-055F-44EF-A9F8-C3B24E66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9A163-8AE8-45CC-8466-E990A4563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296A2C-5539-4657-8069-92C34D7E6D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EE56526-D7F6-4E54-B9D0-C92BF0072E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A8292E7-86B3-49A1-B4CE-DFA9DBA6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BCA6634-8940-42F3-A5F2-5970F72BE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1C40E9-FDCB-4159-8EDF-8A0D366AA8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9ef5997d674bd8" /><Relationship Type="http://schemas.openxmlformats.org/officeDocument/2006/relationships/slideLayout" Target="/ppt/slideLayouts/slideLayout1.xml" Id="R551dc9a10c354b8d" /><Relationship Type="http://schemas.openxmlformats.org/officeDocument/2006/relationships/slideLayout" Target="/ppt/slideLayouts/slideLayout2.xml" Id="R752226a4a12f428c" /><Relationship Type="http://schemas.openxmlformats.org/officeDocument/2006/relationships/slideLayout" Target="/ppt/slideLayouts/slideLayout3.xml" Id="Rf98b258676654341" /><Relationship Type="http://schemas.openxmlformats.org/officeDocument/2006/relationships/slideLayout" Target="/ppt/slideLayouts/slideLayout4.xml" Id="R9b7b24b40a894a05" /><Relationship Type="http://schemas.openxmlformats.org/officeDocument/2006/relationships/slideLayout" Target="/ppt/slideLayouts/slideLayout5.xml" Id="Rc3ab22fafb1f4058" /><Relationship Type="http://schemas.openxmlformats.org/officeDocument/2006/relationships/slideLayout" Target="/ppt/slideLayouts/slideLayout6.xml" Id="R1781d3a203ce4c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1dc9a10c354b8d"/>
    <p:sldLayoutId xmlns:r="http://schemas.openxmlformats.org/officeDocument/2006/relationships" id="2147483650" r:id="R752226a4a12f428c"/>
    <p:sldLayoutId xmlns:r="http://schemas.openxmlformats.org/officeDocument/2006/relationships" id="2147483651" r:id="Rf98b258676654341"/>
    <p:sldLayoutId xmlns:r="http://schemas.openxmlformats.org/officeDocument/2006/relationships" id="2147483652" r:id="R9b7b24b40a894a05"/>
    <p:sldLayoutId xmlns:r="http://schemas.openxmlformats.org/officeDocument/2006/relationships" id="2147483653" r:id="Rc3ab22fafb1f4058"/>
    <p:sldLayoutId xmlns:r="http://schemas.openxmlformats.org/officeDocument/2006/relationships" id="2147483654" r:id="R1781d3a203ce4c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2cda3dc62145d8" /><Relationship Type="http://schemas.openxmlformats.org/officeDocument/2006/relationships/notesSlide" Target="/ppt/notesSlides/notesSlide1.xml" Id="R8f55ed4b9b0944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8D69CB-74BA-4066-AFAB-D4668411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Whiteboard 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D418B-3BF1-4B3F-BA48-66375606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topic or retrieval focus]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19577-EB20-420E-86DE-CB62BBD1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9B70D-2E73-4AFF-9702-62B3CAA4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  Recall from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2BD76-7ED1-49A0-BD80-710CB797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2880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02 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C13EB-55CD-48BE-B967-D4F8733A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728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9525">
            <a:solidFill>
              <a:srgbClr val="D4DF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4418A-C5E9-4150-889B-ECC51DD89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DF9C8-B205-4DFE-8A44-44FE64FE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DF597-FE26-4D7F-A6BA-D94D55E2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66975"/>
            <a:ext cx="10039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Think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96307-C79E-48AA-8FAE-65A0D5F7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05537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[Your retrieval prompt]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0BB5B-3118-4F8F-A02B-846A5B30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C3A"/>
                </a:solidFill>
                <a:latin typeface="DejaVu Sans"/>
                <a:ea typeface="DejaVu Sans"/>
                <a:cs typeface="DejaVu Sans"/>
              </a:rPr>
              <a:t>Write. Cover your board. Reveal together on the signal.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82C7AA-3E95-44E1-9163-B795AED0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DB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6FFADB-5C6F-4351-BC73-86664498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Time: [Minutes]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C5411-7E66-4CCD-9726-9EE50F6E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191250"/>
            <a:ext cx="729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687572"/>
                </a:solidFill>
                <a:latin typeface="DejaVu Sans"/>
                <a:ea typeface="DejaVu Sans"/>
                <a:cs typeface="DejaVu Sans"/>
              </a:rPr>
              <a:t>Feedback: [Your checking routine]</a:t>
            </a:r>
          </a:p>
        </p:txBody>
      </p:sp>
    </p:spTree>
    <p:extLst>
      <p:ext uri="{BB962C8B-B14F-4D97-AF65-F5344CB8AC3E}">
        <p14:creationId xmlns:p14="http://schemas.microsoft.com/office/powerpoint/2010/main" val="2021289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2026-10-07T04:36:10.4140000Z</dcterms:created>
  <dcterms:modified xsi:type="dcterms:W3CDTF">2026-10-07T04:36:10.4140000Z</dcterms:modified>
</coreProperties>
</file>