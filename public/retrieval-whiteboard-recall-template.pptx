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2539ef94b34a33" /><Relationship Type="http://schemas.openxmlformats.org/officeDocument/2006/relationships/extended-properties" Target="/docProps/app.xml" Id="R8747d7e0099c463c" /><Relationship Type="http://schemas.openxmlformats.org/officeDocument/2006/relationships/officeDocument" Target="/ppt/presentation.xml" Id="R64894d8239db42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8a3aa088f046ed"/>
  </p:sldMasterIdLst>
  <p:notesMasterIdLst>
    <p:notesMasterId xmlns:r="http://schemas.openxmlformats.org/officeDocument/2006/relationships" r:id="R965e7e6bec8c4043"/>
  </p:notesMasterIdLst>
  <p:sldIdLst>
    <p:sldId xmlns:r="http://schemas.openxmlformats.org/officeDocument/2006/relationships" id="256" r:id="R084f82b7729940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01666fb681444e" /><Relationship Type="http://schemas.openxmlformats.org/officeDocument/2006/relationships/slideMaster" Target="/ppt/slideMasters/slideMaster1.xml" Id="Rd18a3aa088f046ed" /><Relationship Type="http://schemas.openxmlformats.org/officeDocument/2006/relationships/notesMaster" Target="/ppt/notesMasters/notesMaster1.xml" Id="R965e7e6bec8c4043" /><Relationship Type="http://schemas.openxmlformats.org/officeDocument/2006/relationships/presProps" Target="/ppt/presProps.xml" Id="R717d00e3fe0d47c5" /><Relationship Type="http://schemas.openxmlformats.org/officeDocument/2006/relationships/tableStyles" Target="/ppt/tableStyles.xml" Id="R04495a192d6c46d5" /><Relationship Type="http://schemas.openxmlformats.org/officeDocument/2006/relationships/slide" Target="/ppt/slides/slide1.xml" Id="R084f82b7729940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02aa8b8e3b45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8cb47e9a78418a" /><Relationship Type="http://schemas.openxmlformats.org/officeDocument/2006/relationships/notesMaster" Target="/ppt/notesMasters/notesMaster1.xml" Id="Rb9498639f13b49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Every text box is editable. Duplicate the slide for checked answers or a second prompt. Keep prompt and answer sides separate when printing cards.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Activity: Whiteboard recall</a:t>
            </a:r>
          </a:p>
          <a:p xmlns:a="http://schemas.openxmlformats.org/drawingml/2006/main">
            <a:r>
              <a:t>Materials: Mini whiteboards, pens and your own prompts</a:t>
            </a:r>
          </a:p>
          <a:p xmlns:a="http://schemas.openxmlformats.org/drawingml/2006/main">
            <a:r>
              <a:t>Suggested total time including feedback: 5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Give a cue: Pose a prompt about previously taught knowledge.</a:t>
            </a:r>
          </a:p>
          <a:p xmlns:a="http://schemas.openxmlformats.org/drawingml/2006/main">
            <a:r>
              <a:t>2. Think and write: Allow independent thinking; everyone commits an answer.</a:t>
            </a:r>
          </a:p>
          <a:p xmlns:a="http://schemas.openxmlformats.org/drawingml/2006/main">
            <a:r>
              <a:t>3. Reveal together: Keep boards hidden until your signal, then scan the whole room.</a:t>
            </a:r>
          </a:p>
          <a:p xmlns:a="http://schemas.openxmlformats.org/drawingml/2006/main">
            <a:r>
              <a:t>4. Correct and recheck: Explain a common gap; students improve and answer a short follow-up.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Sample across the room, not only the quickest responders. Avoid revealing another student’s board before everyone attempts.</a:t>
            </a:r>
          </a:p>
          <a:p xmlns:a="http://schemas.openxmlformats.org/drawingml/2006/main">
            <a:r>
              <a:t>Adapt: Accept diagrams or short phrases and adjust thinking time.</a:t>
            </a:r>
          </a:p>
          <a:p xmlns:a="http://schemas.openxmlformats.org/drawingml/2006/main">
            <a:r>
              <a:t>Credit: Janell R. Blunt — linked classroom guidance</a:t>
            </a:r>
          </a:p>
          <a:p xmlns:a="http://schemas.openxmlformats.org/drawingml/2006/main">
            <a:r>
              <a:t>Mini whiteboards are a shared classroom tool. Blunt is credited for the linked retrieval guidance, not as the inventor of whiteboards.</a:t>
            </a:r>
          </a:p>
          <a:p xmlns:a="http://schemas.openxmlformats.org/drawingml/2006/main">
            <a:r>
              <a:t>Source: https://www.retrievalpractice.org/strategies/white-boards</a:t>
            </a:r>
          </a:p>
          <a:p xmlns:a="http://schemas.openxmlformats.org/drawingml/2006/main">
            <a:r>
              <a:t>Full guide: https://tnt-teaching-tools.github.io/cold-call-classroom/retrieval-whiteboard-recall.html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f18f3745d34ca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728be663034b0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ede7e08d81478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43595817aa4ca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7f367d48944f1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68ce74d31446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89FC1B7-0643-412B-8040-5F0AD5DD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F3DA061-F79B-485A-B33F-FDBC0CC116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1994E5A7-DC9A-42D9-AE44-4E3328C0892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5C0215F-B556-464B-8D31-86711BBE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5CF765B-21AD-4453-9F0A-D5DB5C44CB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14EC8DE0-9C23-48EF-92BF-6F1E31C3C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67F76D0-E995-4CC0-9592-04C51E2C70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E151503-9884-4567-80D8-B1C20C7192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A9CAD221-D621-4791-81F5-2105B133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8E04185-FF8C-48D7-A147-C8DD7CE3C9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1A0CD91-49CE-4CE1-8934-B5EA5DE734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FDB64A3-F40F-47AD-B095-5324E126212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CFC1A413-F8A7-4378-ADCB-60D5EE8C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78CA519-4B9E-4782-834B-CD1AE207A9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F673A30-836D-484F-AF4B-10B0701585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c9242d73491423c" /><Relationship Type="http://schemas.openxmlformats.org/officeDocument/2006/relationships/slideLayout" Target="/ppt/slideLayouts/slideLayout1.xml" Id="R5898e573aeb24804" /><Relationship Type="http://schemas.openxmlformats.org/officeDocument/2006/relationships/slideLayout" Target="/ppt/slideLayouts/slideLayout2.xml" Id="R772186e124984fb8" /><Relationship Type="http://schemas.openxmlformats.org/officeDocument/2006/relationships/slideLayout" Target="/ppt/slideLayouts/slideLayout3.xml" Id="Rf7cbe5c8ae634ff8" /><Relationship Type="http://schemas.openxmlformats.org/officeDocument/2006/relationships/slideLayout" Target="/ppt/slideLayouts/slideLayout4.xml" Id="R9bfcf1d67c66457e" /><Relationship Type="http://schemas.openxmlformats.org/officeDocument/2006/relationships/slideLayout" Target="/ppt/slideLayouts/slideLayout5.xml" Id="R3d744bda9c7848ae" /><Relationship Type="http://schemas.openxmlformats.org/officeDocument/2006/relationships/slideLayout" Target="/ppt/slideLayouts/slideLayout6.xml" Id="Rdc9cca02893a4f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98e573aeb24804"/>
    <p:sldLayoutId xmlns:r="http://schemas.openxmlformats.org/officeDocument/2006/relationships" id="2147483650" r:id="R772186e124984fb8"/>
    <p:sldLayoutId xmlns:r="http://schemas.openxmlformats.org/officeDocument/2006/relationships" id="2147483651" r:id="Rf7cbe5c8ae634ff8"/>
    <p:sldLayoutId xmlns:r="http://schemas.openxmlformats.org/officeDocument/2006/relationships" id="2147483652" r:id="R9bfcf1d67c66457e"/>
    <p:sldLayoutId xmlns:r="http://schemas.openxmlformats.org/officeDocument/2006/relationships" id="2147483653" r:id="R3d744bda9c7848ae"/>
    <p:sldLayoutId xmlns:r="http://schemas.openxmlformats.org/officeDocument/2006/relationships" id="2147483654" r:id="Rdc9cca02893a4f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f9a79ff76a425b" /><Relationship Type="http://schemas.openxmlformats.org/officeDocument/2006/relationships/notesSlide" Target="/ppt/notesSlides/notesSlide1.xml" Id="R3f37b62e30454a2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C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67B9BA-8AB7-49C9-BD12-91F027F5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242720"/>
                </a:solidFill>
                <a:latin typeface="Arial"/>
                <a:ea typeface="Arial"/>
                <a:cs typeface="Arial"/>
              </a:rPr>
              <a:t>Whiteboard recall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E31B86-A6B5-4FC3-BC86-794E0085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42720"/>
                </a:solidFill>
                <a:latin typeface="Arial"/>
                <a:ea typeface="Arial"/>
                <a:cs typeface="Arial"/>
              </a:rPr>
              <a:t>[Add 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62F4C9-4161-4803-8473-682DFC851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853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8534A"/>
                </a:solidFill>
                <a:latin typeface="Arial"/>
                <a:ea typeface="Arial"/>
                <a:cs typeface="Arial"/>
              </a:rPr>
              <a:t>Recall independently first. Check and improve after feedback.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E693F7-98AE-4E87-9332-35904C86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42720"/>
                </a:solidFill>
                <a:latin typeface="Arial"/>
                <a:ea typeface="Arial"/>
                <a:cs typeface="Arial"/>
              </a:rPr>
              <a:t>[Add your retrieval prompt]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299673-4BC2-4F54-93DF-DA78AD10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42720"/>
                </a:solidFill>
                <a:latin typeface="Arial"/>
                <a:ea typeface="Arial"/>
                <a:cs typeface="Arial"/>
              </a:rPr>
              <a:t>Think and write. Keep your board hidden until the signal.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832A3A-44A7-4D63-90E2-FA6D381E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853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8534A"/>
                </a:solidFill>
                <a:latin typeface="Arial"/>
                <a:ea typeface="Arial"/>
                <a:cs typeface="Arial"/>
              </a:rPr>
              <a:t>Time: [Add minutes]     Check: [Add your feedback routine]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DA2B97-F4E4-4650-A55A-F42C44FC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267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675C"/>
                </a:solidFill>
                <a:latin typeface="Arial"/>
                <a:ea typeface="Arial"/>
                <a:cs typeface="Arial"/>
              </a:rPr>
              <a:t>TNT Teaching Tools   Editable classroom template   Source and teacher guidance in speaker notes</a:t>
            </a:r>
          </a:p>
        </p:txBody>
      </p:sp>
    </p:spTree>
    <p:extLst>
      <p:ext uri="{BB962C8B-B14F-4D97-AF65-F5344CB8AC3E}">
        <p14:creationId xmlns:p14="http://schemas.microsoft.com/office/powerpoint/2010/main" val="10627319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2026-10-07T03:43:12.5070000Z</dcterms:created>
  <dcterms:modified xsi:type="dcterms:W3CDTF">2026-10-07T03:43:12.5070000Z</dcterms:modified>
</coreProperties>
</file>