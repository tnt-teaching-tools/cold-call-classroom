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06c994bf0b4365" /><Relationship Type="http://schemas.openxmlformats.org/officeDocument/2006/relationships/extended-properties" Target="/docProps/app.xml" Id="R849a65ff21d44d9c" /><Relationship Type="http://schemas.openxmlformats.org/officeDocument/2006/relationships/officeDocument" Target="/ppt/presentation.xml" Id="R40c6ef700f114d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3a069ef9994cd8"/>
  </p:sldMasterIdLst>
  <p:notesMasterIdLst>
    <p:notesMasterId xmlns:r="http://schemas.openxmlformats.org/officeDocument/2006/relationships" r:id="Rdbda96b1edc841ea"/>
  </p:notesMasterIdLst>
  <p:sldIdLst>
    <p:sldId xmlns:r="http://schemas.openxmlformats.org/officeDocument/2006/relationships" id="256" r:id="R836eee1c990c4b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49fe917eeb440f5" /><Relationship Type="http://schemas.openxmlformats.org/officeDocument/2006/relationships/slideMaster" Target="/ppt/slideMasters/slideMaster1.xml" Id="R773a069ef9994cd8" /><Relationship Type="http://schemas.openxmlformats.org/officeDocument/2006/relationships/notesMaster" Target="/ppt/notesMasters/notesMaster1.xml" Id="Rdbda96b1edc841ea" /><Relationship Type="http://schemas.openxmlformats.org/officeDocument/2006/relationships/presProps" Target="/ppt/presProps.xml" Id="R33fe979dc41a4411" /><Relationship Type="http://schemas.openxmlformats.org/officeDocument/2006/relationships/tableStyles" Target="/ppt/tableStyles.xml" Id="R518d21702aa84ecb" /><Relationship Type="http://schemas.openxmlformats.org/officeDocument/2006/relationships/slide" Target="/ppt/slides/slide1.xml" Id="R836eee1c990c4b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f27b4a4bdc47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cbda6dfeab4fee" /><Relationship Type="http://schemas.openxmlformats.org/officeDocument/2006/relationships/notesMaster" Target="/ppt/notesMasters/notesMaster1.xml" Id="Rf5f92d2d6ac34c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A die, six of your own prompts and checked answers</a:t>
            </a:r>
          </a:p>
          <a:p xmlns:a="http://schemas.openxmlformats.org/drawingml/2006/main">
            <a:r>
              <a:t>Suggested time including feedback: 8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Prepare six slots: Assign one taught focus or prompt to each die number.</a:t>
            </a:r>
          </a:p>
          <a:p xmlns:a="http://schemas.openxmlformats.org/drawingml/2006/main">
            <a:r>
              <a:t>2. Roll a number: Use a physical die to select a slot.</a:t>
            </a:r>
          </a:p>
          <a:p xmlns:a="http://schemas.openxmlformats.org/drawingml/2006/main">
            <a:r>
              <a:t>3. Everyone retrieves: All group members attempt before discussing answers.</a:t>
            </a:r>
          </a:p>
          <a:p xmlns:a="http://schemas.openxmlformats.org/drawingml/2006/main">
            <a:r>
              <a:t>4. Check and cover gaps: Verify responses and deliberately revisit unselected slots.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Chance does not guarantee coverage. Do not let one confident student answer for everyone.</a:t>
            </a:r>
          </a:p>
          <a:p xmlns:a="http://schemas.openxmlformats.org/drawingml/2006/main">
            <a:r>
              <a:t>Adapt: Use a fixed sequence when randomness leaves gaps, and avoid rewarding speed.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8c7ad24be42c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333b26e9234c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532bcb96844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da7136ed6044c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edeb55870342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813777d91a403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F0D234B-9388-470E-9223-56D945F1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FF1DF8F-20FF-4D80-BDA7-9F0DC28432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5CE490B-486D-4D03-85B2-9BB2EBC2EC3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1768CD3-BDEB-4874-9D4B-C583407B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98A2003-3BA1-4A4D-870B-E412C9B775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EC73336-45F6-47FB-9EB7-B8010D93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A447BE4-8965-4262-A82D-275A48B0F5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23DBBD79-D675-4155-866D-12AD30480A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DCD314F-5683-453F-880D-72E0CB3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14A6987-BC11-4179-B5B2-79EF23F297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7EF20F0-B778-421D-A87D-68FFBDD058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1EC2B5-DE14-4199-A475-7440699AE6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3882EF0-E7C6-439C-B6DE-BCB67D19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934DDF2-EB74-465A-9DE7-BF599D66CF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20E5C8-280B-4F20-BC5E-83E040F03A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34bcadf3844b4e" /><Relationship Type="http://schemas.openxmlformats.org/officeDocument/2006/relationships/slideLayout" Target="/ppt/slideLayouts/slideLayout1.xml" Id="R487774e980bf4090" /><Relationship Type="http://schemas.openxmlformats.org/officeDocument/2006/relationships/slideLayout" Target="/ppt/slideLayouts/slideLayout2.xml" Id="Rc1f02c89bd844b83" /><Relationship Type="http://schemas.openxmlformats.org/officeDocument/2006/relationships/slideLayout" Target="/ppt/slideLayouts/slideLayout3.xml" Id="R8e5ae5b1e6f04890" /><Relationship Type="http://schemas.openxmlformats.org/officeDocument/2006/relationships/slideLayout" Target="/ppt/slideLayouts/slideLayout4.xml" Id="R46f0c0b9abda4286" /><Relationship Type="http://schemas.openxmlformats.org/officeDocument/2006/relationships/slideLayout" Target="/ppt/slideLayouts/slideLayout5.xml" Id="R0215a857624c4e98" /><Relationship Type="http://schemas.openxmlformats.org/officeDocument/2006/relationships/slideLayout" Target="/ppt/slideLayouts/slideLayout6.xml" Id="R536e1f6afb624f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7774e980bf4090"/>
    <p:sldLayoutId xmlns:r="http://schemas.openxmlformats.org/officeDocument/2006/relationships" id="2147483650" r:id="Rc1f02c89bd844b83"/>
    <p:sldLayoutId xmlns:r="http://schemas.openxmlformats.org/officeDocument/2006/relationships" id="2147483651" r:id="R8e5ae5b1e6f04890"/>
    <p:sldLayoutId xmlns:r="http://schemas.openxmlformats.org/officeDocument/2006/relationships" id="2147483652" r:id="R46f0c0b9abda4286"/>
    <p:sldLayoutId xmlns:r="http://schemas.openxmlformats.org/officeDocument/2006/relationships" id="2147483653" r:id="R0215a857624c4e98"/>
    <p:sldLayoutId xmlns:r="http://schemas.openxmlformats.org/officeDocument/2006/relationships" id="2147483654" r:id="R536e1f6afb624f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33aa0da35f41cf" /><Relationship Type="http://schemas.openxmlformats.org/officeDocument/2006/relationships/notesSlide" Target="/ppt/notesSlides/notesSlide1.xml" Id="R47b5b4866dfb43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E9DCA2-D565-426E-8FC5-BEBD7544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and retrieve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125A0-2951-416D-91E1-8F21DF2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6BE3E7-389B-4392-B2A8-6663F965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FF897C-01D9-4C45-A1BF-AE773D5E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ACE0F-0A74-4EBF-88AF-AC8C5587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74567-DF06-43BE-8AB2-6D19E3F5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945E3A-BFE4-4EAD-901B-98101A00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64F91-62D0-479D-8751-B2AA04C7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ABBC09-42CB-4D03-BBD1-7B55F681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84E2C6-A14B-448F-AB6D-08B1A7FC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537A4-0D5B-402D-BCF2-8FE06A23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84141-55F6-4F40-B535-59DDF700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4345A-697F-4C0E-833E-13228B73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BA358D-4E5E-410E-BAA5-34EF6C8C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11EF9-1AED-469C-ABA4-158C0224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FA100-C5C2-495F-AAC6-60E6C6A6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B8185C-687D-4EF9-A3F1-7B8F0059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6661A-704F-4793-9156-A4603EC0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BD1C6-80D4-48E3-8770-90488640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BBC397-A984-46F1-8EE4-2F51B850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F9CBB1-88EE-4136-ADAD-F07E6B8C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245231-2BB0-408B-A782-C58363A7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F60F2F-A829-4FC1-95AB-7D808282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FC2C1-0885-4B2F-9A7C-115BE6CF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2E6F05-338E-47F7-B724-8D19D9FD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1C5D1E-FACB-42B4-821A-4795C2E3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E1BD78-3E80-4E62-AA01-74A84089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02FF69-F4F2-44BA-AFE5-9A6D553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ADE839-868F-41BF-8F0E-E93D16AA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F5389-31E2-419E-8DF8-048CC613B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8C018-FA50-407A-BC1E-8B38DA26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8BBC94-E052-4680-AE82-B55DD157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EA764B-7C96-4AE6-9EF2-78739556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EEB318-2EBD-45C2-B819-5AB75ABA9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Roll 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3BFA56-21ED-47F3-AD86-F0255C3C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969299-BD50-4EFE-8B30-45053087A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239E73-F7B9-463A-A943-A6CFB4CD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6F691E-70D1-4DCC-BACE-A2642786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1817373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2026-10-07T04:36:22.0150000Z</dcterms:created>
  <dcterms:modified xsi:type="dcterms:W3CDTF">2026-10-07T04:36:22.0150000Z</dcterms:modified>
</coreProperties>
</file>