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f145398bb0443c" /><Relationship Type="http://schemas.openxmlformats.org/officeDocument/2006/relationships/extended-properties" Target="/docProps/app.xml" Id="Rce592d09897b49f3" /><Relationship Type="http://schemas.openxmlformats.org/officeDocument/2006/relationships/officeDocument" Target="/ppt/presentation.xml" Id="Rabc63795fab44c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c81c2d97e4500"/>
  </p:sldMasterIdLst>
  <p:notesMasterIdLst>
    <p:notesMasterId xmlns:r="http://schemas.openxmlformats.org/officeDocument/2006/relationships" r:id="R386ed5be560c4750"/>
  </p:notesMasterIdLst>
  <p:sldIdLst>
    <p:sldId xmlns:r="http://schemas.openxmlformats.org/officeDocument/2006/relationships" id="256" r:id="R9184df81f2f142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372151269a460f" /><Relationship Type="http://schemas.openxmlformats.org/officeDocument/2006/relationships/slideMaster" Target="/ppt/slideMasters/slideMaster1.xml" Id="R2a5c81c2d97e4500" /><Relationship Type="http://schemas.openxmlformats.org/officeDocument/2006/relationships/notesMaster" Target="/ppt/notesMasters/notesMaster1.xml" Id="R386ed5be560c4750" /><Relationship Type="http://schemas.openxmlformats.org/officeDocument/2006/relationships/presProps" Target="/ppt/presProps.xml" Id="Re5a830099e774da7" /><Relationship Type="http://schemas.openxmlformats.org/officeDocument/2006/relationships/tableStyles" Target="/ppt/tableStyles.xml" Id="R3090bc934a124b04" /><Relationship Type="http://schemas.openxmlformats.org/officeDocument/2006/relationships/slide" Target="/ppt/slides/slide1.xml" Id="R9184df81f2f142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2cf51e565443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31060e2cd74c40" /><Relationship Type="http://schemas.openxmlformats.org/officeDocument/2006/relationships/notesMaster" Target="/ppt/notesMasters/notesMaster1.xml" Id="Rd21a2684c4c842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Roll and retrieve</a:t>
            </a:r>
          </a:p>
          <a:p xmlns:a="http://schemas.openxmlformats.org/drawingml/2006/main">
            <a:r>
              <a:t>Materials: A die, six of your own prompts and checked answers</a:t>
            </a:r>
          </a:p>
          <a:p xmlns:a="http://schemas.openxmlformats.org/drawingml/2006/main">
            <a:r>
              <a:t>Suggested total time including feedback: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Prepare six slots: Assign one taught focus or prompt to each die number.</a:t>
            </a:r>
          </a:p>
          <a:p xmlns:a="http://schemas.openxmlformats.org/drawingml/2006/main">
            <a:r>
              <a:t>2. Roll a number: Use a physical die to select a slot.</a:t>
            </a:r>
          </a:p>
          <a:p xmlns:a="http://schemas.openxmlformats.org/drawingml/2006/main">
            <a:r>
              <a:t>3. Everyone retrieves: All group members attempt before discussing answers.</a:t>
            </a:r>
          </a:p>
          <a:p xmlns:a="http://schemas.openxmlformats.org/drawingml/2006/main">
            <a:r>
              <a:t>4. Check and cover gaps: Verify responses and deliberately revisit unselected slots.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Chance does not guarantee coverage. Do not let one confident student answer for everyone.</a:t>
            </a:r>
          </a:p>
          <a:p xmlns:a="http://schemas.openxmlformats.org/drawingml/2006/main">
            <a:r>
              <a:t>Adapt: Use a fixed sequence when randomness leaves gaps, and avoid rewarding speed.</a:t>
            </a:r>
          </a:p>
          <a:p xmlns:a="http://schemas.openxmlformats.org/drawingml/2006/main">
            <a:r>
              <a:t>Credit: Shared dice-selection format; TNT classroom adaptation</a:t>
            </a:r>
          </a:p>
          <a:p xmlns:a="http://schemas.openxmlformats.org/drawingml/2006/main">
            <a:r>
              <a:t>No sole creator is verified for this generic dice format. Random selection changes the format; learning depends on retrieval and feedback.</a:t>
            </a:r>
          </a:p>
          <a:p xmlns:a="http://schemas.openxmlformats.org/drawingml/2006/main">
            <a:r>
              <a:t>Source: https://pdf.retrievalpractice.org/RetrievalPracticeGuide.pdf</a:t>
            </a:r>
          </a:p>
          <a:p xmlns:a="http://schemas.openxmlformats.org/drawingml/2006/main">
            <a:r>
              <a:t>Full guide: https://tnt-teaching-tools.github.io/cold-call-classroom/retrieval-roll-and-retrieve.html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c26d6aaa444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5b08316784f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eba22a3c547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84554035842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4f4ac1f8842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6ee3a6c374d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29CD8A3-229B-4A41-AA83-0BC52A1A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E8F942-ED3A-4120-8975-3ED8D5F5D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1D4C6DE-B30D-49A7-A749-791EE4AFDA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9099719-A568-4A38-8030-42B24E7D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DF7109-4565-4FE4-BB85-ED0FDC350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CC38780-B590-4CAF-8EF1-AE336800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BA6FC3-5C54-4E00-A1B2-0BE7F13BA9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7DFBEBA-FAA0-42E3-AFC7-9CB5D683A0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AD3647C-3560-4CA3-BC71-73BAFB27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58FF40-008B-40ED-90B4-B1BD12907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F17E39-703E-450B-8CB4-8E6C61602C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97E1D8-E8A5-430F-8E5F-33F7731B8A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3869923-35DA-4930-95B0-11A5361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891CF0-1535-4B00-B8F9-1BE22E914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4E6A38-ABE4-4508-916F-6B4663539D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e1ede097e64b01" /><Relationship Type="http://schemas.openxmlformats.org/officeDocument/2006/relationships/slideLayout" Target="/ppt/slideLayouts/slideLayout1.xml" Id="R7cb2a356ea004460" /><Relationship Type="http://schemas.openxmlformats.org/officeDocument/2006/relationships/slideLayout" Target="/ppt/slideLayouts/slideLayout2.xml" Id="R450e2193275f4183" /><Relationship Type="http://schemas.openxmlformats.org/officeDocument/2006/relationships/slideLayout" Target="/ppt/slideLayouts/slideLayout3.xml" Id="R8302febab46147ac" /><Relationship Type="http://schemas.openxmlformats.org/officeDocument/2006/relationships/slideLayout" Target="/ppt/slideLayouts/slideLayout4.xml" Id="R3e3c53eaff0441a4" /><Relationship Type="http://schemas.openxmlformats.org/officeDocument/2006/relationships/slideLayout" Target="/ppt/slideLayouts/slideLayout5.xml" Id="R41e9971ec5d04dc3" /><Relationship Type="http://schemas.openxmlformats.org/officeDocument/2006/relationships/slideLayout" Target="/ppt/slideLayouts/slideLayout6.xml" Id="R96aba081dec54d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b2a356ea004460"/>
    <p:sldLayoutId xmlns:r="http://schemas.openxmlformats.org/officeDocument/2006/relationships" id="2147483650" r:id="R450e2193275f4183"/>
    <p:sldLayoutId xmlns:r="http://schemas.openxmlformats.org/officeDocument/2006/relationships" id="2147483651" r:id="R8302febab46147ac"/>
    <p:sldLayoutId xmlns:r="http://schemas.openxmlformats.org/officeDocument/2006/relationships" id="2147483652" r:id="R3e3c53eaff0441a4"/>
    <p:sldLayoutId xmlns:r="http://schemas.openxmlformats.org/officeDocument/2006/relationships" id="2147483653" r:id="R41e9971ec5d04dc3"/>
    <p:sldLayoutId xmlns:r="http://schemas.openxmlformats.org/officeDocument/2006/relationships" id="2147483654" r:id="R96aba081dec54d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784837a394655" /><Relationship Type="http://schemas.openxmlformats.org/officeDocument/2006/relationships/notesSlide" Target="/ppt/notesSlides/notesSlide1.xml" Id="Ra8d1b5e4517342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B7258-8191-4799-9A2E-AC2E4021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Roll and retrieve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A0613-8C40-4EBD-9DED-DA0C1BAA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2E291-723B-43ED-A04B-4E8C2249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2E15F-32B9-4109-9238-162B3F70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1. [Add a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E3CA8-A432-4F0F-883E-840D25E1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2. [Add a prompt]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5FFA5-4555-48F1-99AE-CBC73C79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3. [Add a prompt]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B3E35-BE26-40EF-BE47-3A0D4671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4. [Add a prompt]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2C4CE-FF59-4918-9756-D3C3994A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5. [Add a prompt]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80E6E-4520-4D38-BDE6-CFB274BF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6. [Add a prompt]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E6CFC-2081-47FB-9594-489CFDA6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DB167-0B43-4F31-A2F6-EDB43118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504492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2026-10-07T03:43:23.8230000Z</dcterms:created>
  <dcterms:modified xsi:type="dcterms:W3CDTF">2026-10-07T03:43:23.8230000Z</dcterms:modified>
</coreProperties>
</file>