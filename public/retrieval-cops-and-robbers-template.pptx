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334fefaaf4cb5" /><Relationship Type="http://schemas.openxmlformats.org/officeDocument/2006/relationships/extended-properties" Target="/docProps/app.xml" Id="R449426d9eac54247" /><Relationship Type="http://schemas.openxmlformats.org/officeDocument/2006/relationships/officeDocument" Target="/ppt/presentation.xml" Id="R91ffcfc3817a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56c5049a1443d"/>
  </p:sldMasterIdLst>
  <p:notesMasterIdLst>
    <p:notesMasterId xmlns:r="http://schemas.openxmlformats.org/officeDocument/2006/relationships" r:id="R3ea3ed2e07b14d2e"/>
  </p:notesMasterIdLst>
  <p:sldIdLst>
    <p:sldId xmlns:r="http://schemas.openxmlformats.org/officeDocument/2006/relationships" id="256" r:id="R726842be8527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9c9fab21d481b" /><Relationship Type="http://schemas.openxmlformats.org/officeDocument/2006/relationships/slideMaster" Target="/ppt/slideMasters/slideMaster1.xml" Id="Ra3b56c5049a1443d" /><Relationship Type="http://schemas.openxmlformats.org/officeDocument/2006/relationships/notesMaster" Target="/ppt/notesMasters/notesMaster1.xml" Id="R3ea3ed2e07b14d2e" /><Relationship Type="http://schemas.openxmlformats.org/officeDocument/2006/relationships/presProps" Target="/ppt/presProps.xml" Id="Recfa64af87b44844" /><Relationship Type="http://schemas.openxmlformats.org/officeDocument/2006/relationships/tableStyles" Target="/ppt/tableStyles.xml" Id="R8fcfea082f874845" /><Relationship Type="http://schemas.openxmlformats.org/officeDocument/2006/relationships/slide" Target="/ppt/slides/slide1.xml" Id="R726842be8527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7c805020a4d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9a7a968f042b8" /><Relationship Type="http://schemas.openxmlformats.org/officeDocument/2006/relationships/notesMaster" Target="/ppt/notesMasters/notesMaster1.xml" Id="R8e615b48a52a40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Paper split into “My recall” and “From peers”</a:t>
            </a:r>
          </a:p>
          <a:p xmlns:a="http://schemas.openxmlformats.org/drawingml/2006/main">
            <a:r>
              <a:t>Suggested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Recall alone: Write remembered knowledge in the first column, with notes closed.</a:t>
            </a:r>
          </a:p>
          <a:p xmlns:a="http://schemas.openxmlformats.org/drawingml/2006/main">
            <a:r>
              <a:t>2. Compare: Read a partner’s recall and identify something you missed.</a:t>
            </a:r>
          </a:p>
          <a:p xmlns:a="http://schemas.openxmlformats.org/drawingml/2006/main">
            <a:r>
              <a:t>3. Add separately: Put new ideas in the second column to distinguish your recall from borrowed knowledge.</a:t>
            </a:r>
          </a:p>
          <a:p xmlns:a="http://schemas.openxmlformats.org/drawingml/2006/main">
            <a:r>
              <a:t>4. Verify and retrieve: Check accuracy, then cover both columns and recall a new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Peer additions are feedback, not independent retrieval. Verify them before the final recall.</a:t>
            </a:r>
          </a:p>
          <a:p xmlns:a="http://schemas.openxmlformats.org/drawingml/2006/main">
            <a:r>
              <a:t>Adapt: Use fixed pairs instead of movement, and headings to support a narrower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a7521d93b44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d260fbbc949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556160f5947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8b33ea44744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749068be54c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0b95e562744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D095150-8588-43A9-B175-1EEC5BC0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266528-AFF5-40EF-939A-582193697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A2ED4E5-5563-41AA-A925-50A65E6EC2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5A25322-23CF-4029-A93E-0713096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4766D4-1A35-4A9D-ADBA-7E6E0F2A2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03CD68-C95E-4464-BAB2-540923DB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35ED26-71F3-40CE-BAD5-6488DBE7E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9485D96-0DAF-40F9-8505-C4AC0DB19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F0E52F1-4C5C-4FA5-9F08-47BF2D0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79A532-9169-4ECB-A30E-B870B7487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07C048-7DB8-4B47-8D58-5CA30642D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F6ECFE-D2B8-4F4B-950C-F736B1E6F6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A587A7-8C55-4C11-91D5-A4F12FE9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2FB292-1982-4412-B515-FC2F55A90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510BB5-6E20-4595-802D-803AA79E18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82e4ffda246fe" /><Relationship Type="http://schemas.openxmlformats.org/officeDocument/2006/relationships/slideLayout" Target="/ppt/slideLayouts/slideLayout1.xml" Id="Rc8080f5f1b1740ed" /><Relationship Type="http://schemas.openxmlformats.org/officeDocument/2006/relationships/slideLayout" Target="/ppt/slideLayouts/slideLayout2.xml" Id="R4cec55f819644d6e" /><Relationship Type="http://schemas.openxmlformats.org/officeDocument/2006/relationships/slideLayout" Target="/ppt/slideLayouts/slideLayout3.xml" Id="R95724c545ba14b53" /><Relationship Type="http://schemas.openxmlformats.org/officeDocument/2006/relationships/slideLayout" Target="/ppt/slideLayouts/slideLayout4.xml" Id="R0bb85c5a45d845eb" /><Relationship Type="http://schemas.openxmlformats.org/officeDocument/2006/relationships/slideLayout" Target="/ppt/slideLayouts/slideLayout5.xml" Id="R7c45d2779e28412f" /><Relationship Type="http://schemas.openxmlformats.org/officeDocument/2006/relationships/slideLayout" Target="/ppt/slideLayouts/slideLayout6.xml" Id="R1d0c73e5e1b2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80f5f1b1740ed"/>
    <p:sldLayoutId xmlns:r="http://schemas.openxmlformats.org/officeDocument/2006/relationships" id="2147483650" r:id="R4cec55f819644d6e"/>
    <p:sldLayoutId xmlns:r="http://schemas.openxmlformats.org/officeDocument/2006/relationships" id="2147483651" r:id="R95724c545ba14b53"/>
    <p:sldLayoutId xmlns:r="http://schemas.openxmlformats.org/officeDocument/2006/relationships" id="2147483652" r:id="R0bb85c5a45d845eb"/>
    <p:sldLayoutId xmlns:r="http://schemas.openxmlformats.org/officeDocument/2006/relationships" id="2147483653" r:id="R7c45d2779e28412f"/>
    <p:sldLayoutId xmlns:r="http://schemas.openxmlformats.org/officeDocument/2006/relationships" id="2147483654" r:id="R1d0c73e5e1b2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3e1adea424cf6" /><Relationship Type="http://schemas.openxmlformats.org/officeDocument/2006/relationships/notesSlide" Target="/ppt/notesSlides/notesSlide1.xml" Id="Re3bdb6fd4fe245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C18E1-15AF-45E7-AB79-C88D7AF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Cops and robbers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E20FD-D046-40EB-88DE-391BE15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0647-016A-40FC-830E-83E9D49E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C7C58-49C1-40C4-B2CB-845EA63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ED62-6073-4BFB-86DA-5DBBA79F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3743D-7B91-4453-B53E-6B4E1EC3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4006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1EE1E-0E2C-4422-94AE-73AC674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DC23A-A414-453F-BE5F-3FC1B5E5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1CCE5-15DE-436E-B97E-15070859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My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FFA03-3BD9-46F9-A796-04C0D39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81575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independent recall focus]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ADA6D-F470-4FD1-B501-0D39E750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54006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DAF0B-6C7E-4806-9835-DAE4159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0852E-AE30-4FCA-96CC-7C3933D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8900D-7A6E-4A96-B563-16046ACC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From peers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63879-797B-42B7-A1C1-92BE639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4981575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sharing instructions]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79B45-9111-4B38-B81E-6135E1D1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9A996-EB53-4F8A-B5C0-A4840601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882EC-A307-465E-AE43-9CD034A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1938392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2026-10-07T04:35:59.2270000Z</dcterms:created>
  <dcterms:modified xsi:type="dcterms:W3CDTF">2026-10-07T04:35:59.2270000Z</dcterms:modified>
</coreProperties>
</file>