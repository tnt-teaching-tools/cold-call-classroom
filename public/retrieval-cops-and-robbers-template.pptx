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8725a3d25b43b6" /><Relationship Type="http://schemas.openxmlformats.org/officeDocument/2006/relationships/extended-properties" Target="/docProps/app.xml" Id="Rfd1aa262c5754bd4" /><Relationship Type="http://schemas.openxmlformats.org/officeDocument/2006/relationships/officeDocument" Target="/ppt/presentation.xml" Id="Rd4ad4ae2025a4a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6d5d9c0d6046f0"/>
  </p:sldMasterIdLst>
  <p:notesMasterIdLst>
    <p:notesMasterId xmlns:r="http://schemas.openxmlformats.org/officeDocument/2006/relationships" r:id="R1f806519b72a4018"/>
  </p:notesMasterIdLst>
  <p:sldIdLst>
    <p:sldId xmlns:r="http://schemas.openxmlformats.org/officeDocument/2006/relationships" id="256" r:id="R8c395129a21540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26080ae68145f1" /><Relationship Type="http://schemas.openxmlformats.org/officeDocument/2006/relationships/slideMaster" Target="/ppt/slideMasters/slideMaster1.xml" Id="Re16d5d9c0d6046f0" /><Relationship Type="http://schemas.openxmlformats.org/officeDocument/2006/relationships/notesMaster" Target="/ppt/notesMasters/notesMaster1.xml" Id="R1f806519b72a4018" /><Relationship Type="http://schemas.openxmlformats.org/officeDocument/2006/relationships/presProps" Target="/ppt/presProps.xml" Id="R1af28ecaab56440a" /><Relationship Type="http://schemas.openxmlformats.org/officeDocument/2006/relationships/tableStyles" Target="/ppt/tableStyles.xml" Id="Rd76ab06f0397427e" /><Relationship Type="http://schemas.openxmlformats.org/officeDocument/2006/relationships/slide" Target="/ppt/slides/slide1.xml" Id="R8c395129a21540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4110ae32e348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82082ba2684927" /><Relationship Type="http://schemas.openxmlformats.org/officeDocument/2006/relationships/notesMaster" Target="/ppt/notesMasters/notesMaster1.xml" Id="R33826c7ced6945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Every text box is editable. Duplicate the slide for checked answers or a second prompt. Keep prompt and answer sides separate when printing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Activity: Cops and robbers</a:t>
            </a:r>
          </a:p>
          <a:p xmlns:a="http://schemas.openxmlformats.org/drawingml/2006/main">
            <a:r>
              <a:t>Materials: Paper split into “My recall” and “From peers”</a:t>
            </a:r>
          </a:p>
          <a:p xmlns:a="http://schemas.openxmlformats.org/drawingml/2006/main">
            <a:r>
              <a:t>Suggested total time including feedback: 8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Recall alone: Write remembered knowledge in the first column, with notes closed.</a:t>
            </a:r>
          </a:p>
          <a:p xmlns:a="http://schemas.openxmlformats.org/drawingml/2006/main">
            <a:r>
              <a:t>2. Compare: Read a partner’s recall and identify something you missed.</a:t>
            </a:r>
          </a:p>
          <a:p xmlns:a="http://schemas.openxmlformats.org/drawingml/2006/main">
            <a:r>
              <a:t>3. Add separately: Put new ideas in the second column to distinguish your recall from borrowed knowledge.</a:t>
            </a:r>
          </a:p>
          <a:p xmlns:a="http://schemas.openxmlformats.org/drawingml/2006/main">
            <a:r>
              <a:t>4. Verify and retrieve: Check accuracy, then cover both columns and recall a new idea.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Peer additions are feedback, not independent retrieval. Verify them before the final recall.</a:t>
            </a:r>
          </a:p>
          <a:p xmlns:a="http://schemas.openxmlformats.org/drawingml/2006/main">
            <a:r>
              <a:t>Adapt: Use fixed pairs instead of movement, and headings to support a narrower focus.</a:t>
            </a:r>
          </a:p>
          <a:p xmlns:a="http://schemas.openxmlformats.org/drawingml/2006/main">
            <a:r>
              <a:t>Credit: Kate Jones — published classroom resource</a:t>
            </a:r>
          </a:p>
          <a:p xmlns:a="http://schemas.openxmlformats.org/drawingml/2006/main">
            <a:r>
              <a:t>Jones describes this activity in her retrieval practice resources. This is a TNT classroom adaptation with seated sharing and teacher verification.</a:t>
            </a:r>
          </a:p>
          <a:p xmlns:a="http://schemas.openxmlformats.org/drawingml/2006/main">
            <a:r>
              <a:t>Source: https://tile.psy.gla.ac.uk/2019/12/03/tile-share-best-practice-retrieval-practice-research-and-resources-for-every-classroom-by-kate-jones/</a:t>
            </a:r>
          </a:p>
          <a:p xmlns:a="http://schemas.openxmlformats.org/drawingml/2006/main">
            <a:r>
              <a:t>Full guide: https://tnt-teaching-tools.github.io/cold-call-classroom/retrieval-cops-and-robbers.html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03c7c232fd4b6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3816a08e494b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ebd2b810e643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31422248244e9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18ff80730a4e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cf9529a6a44c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C4F7229-AA1E-469B-AD65-7E20C5D1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21DF5D7-700C-4C4E-978C-9FD0993F20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28BBE74-E523-44ED-9628-6CE735BD563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CC14240-4485-46C7-BE41-DE725C26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1DD321-6204-4C86-BE6F-F9E79E2D4A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0632E98-D0A2-430B-8592-9DD0684D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E2087AB-2B58-4BC5-AD57-EC233BB649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9008A426-91A3-4FBC-8C83-84FF1CFE58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3B433EB-9B5D-4B30-9ED9-A96CC7A6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DBFBD01-90AF-402B-98D6-5B0ECD27D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A3C1C0E-9ACD-4030-963C-431C363168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228DF26-386F-4278-A72F-36903162B5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9C937C2-5527-4288-A9C7-80899430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F73ABCE-6FBE-4AE9-A21B-AE82BC8D79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7E01FF3-DDF2-457A-AFB0-165B2C4F53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481ae68ea34ab9" /><Relationship Type="http://schemas.openxmlformats.org/officeDocument/2006/relationships/slideLayout" Target="/ppt/slideLayouts/slideLayout1.xml" Id="Rb07bb4a435c8449c" /><Relationship Type="http://schemas.openxmlformats.org/officeDocument/2006/relationships/slideLayout" Target="/ppt/slideLayouts/slideLayout2.xml" Id="R4e13ca5911254171" /><Relationship Type="http://schemas.openxmlformats.org/officeDocument/2006/relationships/slideLayout" Target="/ppt/slideLayouts/slideLayout3.xml" Id="R6435e5dd1f6c4501" /><Relationship Type="http://schemas.openxmlformats.org/officeDocument/2006/relationships/slideLayout" Target="/ppt/slideLayouts/slideLayout4.xml" Id="R7d3c19683f3945c7" /><Relationship Type="http://schemas.openxmlformats.org/officeDocument/2006/relationships/slideLayout" Target="/ppt/slideLayouts/slideLayout5.xml" Id="R44ffae8eb55648fe" /><Relationship Type="http://schemas.openxmlformats.org/officeDocument/2006/relationships/slideLayout" Target="/ppt/slideLayouts/slideLayout6.xml" Id="R535f7f937b9c46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7bb4a435c8449c"/>
    <p:sldLayoutId xmlns:r="http://schemas.openxmlformats.org/officeDocument/2006/relationships" id="2147483650" r:id="R4e13ca5911254171"/>
    <p:sldLayoutId xmlns:r="http://schemas.openxmlformats.org/officeDocument/2006/relationships" id="2147483651" r:id="R6435e5dd1f6c4501"/>
    <p:sldLayoutId xmlns:r="http://schemas.openxmlformats.org/officeDocument/2006/relationships" id="2147483652" r:id="R7d3c19683f3945c7"/>
    <p:sldLayoutId xmlns:r="http://schemas.openxmlformats.org/officeDocument/2006/relationships" id="2147483653" r:id="R44ffae8eb55648fe"/>
    <p:sldLayoutId xmlns:r="http://schemas.openxmlformats.org/officeDocument/2006/relationships" id="2147483654" r:id="R535f7f937b9c46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e56f38b26e428b" /><Relationship Type="http://schemas.openxmlformats.org/officeDocument/2006/relationships/notesSlide" Target="/ppt/notesSlides/notesSlide1.xml" Id="R8e155397ae2742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1CD3-F955-4302-A81D-B675F006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Cops and robbers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E5828-A2C1-42AF-A53A-42A12DDD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03050-4796-41B5-AFBF-7C4FD14D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Recall independently first. Check and improve after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7195C-6AE0-4682-82D5-E587911F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540067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My recall</a:t>
            </a:r>
          </a:p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[Add the independent recall focus]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C9877-13D2-4E90-9822-18DDBA50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190750"/>
            <a:ext cx="540067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From peers</a:t>
            </a:r>
          </a:p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[Add the sharing instructions]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D4263-0985-4E01-9F3C-2F46C842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Time: [Add minutes]     Check: [Add your feedback routine]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68BEB2-927B-45EC-8ACC-0B6AD995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267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675C"/>
                </a:solidFill>
                <a:latin typeface="Arial"/>
                <a:ea typeface="Arial"/>
                <a:cs typeface="Arial"/>
              </a:rPr>
              <a:t>TNT Teaching Tools   Editable classroom template   Source and teacher guidance in speaker notes</a:t>
            </a:r>
          </a:p>
        </p:txBody>
      </p:sp>
    </p:spTree>
    <p:extLst>
      <p:ext uri="{BB962C8B-B14F-4D97-AF65-F5344CB8AC3E}">
        <p14:creationId xmlns:p14="http://schemas.microsoft.com/office/powerpoint/2010/main" val="7855869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2026-10-07T03:43:00.9810000Z</dcterms:created>
  <dcterms:modified xsi:type="dcterms:W3CDTF">2026-10-07T03:43:00.9810000Z</dcterms:modified>
</coreProperties>
</file>