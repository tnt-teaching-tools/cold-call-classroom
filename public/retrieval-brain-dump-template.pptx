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37962930374439" /><Relationship Type="http://schemas.openxmlformats.org/officeDocument/2006/relationships/extended-properties" Target="/docProps/app.xml" Id="R891c6916655c42f5" /><Relationship Type="http://schemas.openxmlformats.org/officeDocument/2006/relationships/officeDocument" Target="/ppt/presentation.xml" Id="R370d7199920246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6f3cfb90b4264"/>
  </p:sldMasterIdLst>
  <p:notesMasterIdLst>
    <p:notesMasterId xmlns:r="http://schemas.openxmlformats.org/officeDocument/2006/relationships" r:id="R111723cb49c14786"/>
  </p:notesMasterIdLst>
  <p:sldIdLst>
    <p:sldId xmlns:r="http://schemas.openxmlformats.org/officeDocument/2006/relationships" id="256" r:id="Raf3ce8b446d842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7350e42e5c4897" /><Relationship Type="http://schemas.openxmlformats.org/officeDocument/2006/relationships/slideMaster" Target="/ppt/slideMasters/slideMaster1.xml" Id="Rddb6f3cfb90b4264" /><Relationship Type="http://schemas.openxmlformats.org/officeDocument/2006/relationships/notesMaster" Target="/ppt/notesMasters/notesMaster1.xml" Id="R111723cb49c14786" /><Relationship Type="http://schemas.openxmlformats.org/officeDocument/2006/relationships/presProps" Target="/ppt/presProps.xml" Id="R0d0eecd2a53a4c8b" /><Relationship Type="http://schemas.openxmlformats.org/officeDocument/2006/relationships/tableStyles" Target="/ppt/tableStyles.xml" Id="R52838cc3d7ed4689" /><Relationship Type="http://schemas.openxmlformats.org/officeDocument/2006/relationships/slide" Target="/ppt/slides/slide1.xml" Id="Raf3ce8b446d8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723cbf01694b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f5234627540ba" /><Relationship Type="http://schemas.openxmlformats.org/officeDocument/2006/relationships/notesMaster" Target="/ppt/notesMasters/notesMaster1.xml" Id="Rae4c06e298f1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Paper or mini whiteboards</a:t>
            </a:r>
          </a:p>
          <a:p xmlns:a="http://schemas.openxmlformats.org/drawingml/2006/main">
            <a:r>
              <a:t>Suggested time including feedback: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Set a boundary: Name a previously taught topic and close notes.</a:t>
            </a:r>
          </a:p>
          <a:p xmlns:a="http://schemas.openxmlformats.org/drawingml/2006/main">
            <a:r>
              <a:t>2. Recall independently: Everyone writes or sketches what they remember for two minutes.</a:t>
            </a:r>
          </a:p>
          <a:p xmlns:a="http://schemas.openxmlformats.org/drawingml/2006/main">
            <a:r>
              <a:t>3. Organise the recall: Group related ideas and mark uncertain details.</a:t>
            </a:r>
          </a:p>
          <a:p xmlns:a="http://schemas.openxmlformats.org/drawingml/2006/main">
            <a:r>
              <a:t>4. Check and improve: Compare with a trusted reference; correct errors in another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Sample explanations as well as keywords. Ask students to retrieve a corrected idea again later.</a:t>
            </a:r>
          </a:p>
          <a:p xmlns:a="http://schemas.openxmlformats.org/drawingml/2006/main">
            <a:r>
              <a:t>Adapt: Use broad headings if a blank page feels overwhelming; allow spoken recording or labelled sketches.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564383f684d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fbcd152d648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5a1b14c5241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11bb80b4c47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a3261572b49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73161a28e45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1C421B9-2701-4A5C-A3A0-19809072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C4E6E3-F346-488A-BFA4-6C6109719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5C6F8FC-7829-4F7F-949F-168AD2EE57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27AF49-C4D4-4C42-916D-EBBE5CB6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5651D3-979F-412B-88D8-D96382D98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DF76C0-95E3-4D3C-8560-4E2C82D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CDB5F3-43A5-4270-87B3-5A655F9A7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3C66EA9-B7D5-4FC5-A73F-E342BD9DCE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2BED7CE-1CA2-4CEA-ADC5-9DA29FAE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9681FD-1D6D-4026-950F-6DCFBA2E3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684C84-7879-4671-9942-A28F2A5A6F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AA538A-2CEE-4D05-96C6-F4928CED08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133AA0-494C-4B4B-A3DB-6EF58AA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C145FB-4911-431E-ABB7-726A85AEF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2F40D8-B925-4C19-A3CD-4B54EA972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80c13985a425a" /><Relationship Type="http://schemas.openxmlformats.org/officeDocument/2006/relationships/slideLayout" Target="/ppt/slideLayouts/slideLayout1.xml" Id="Redb4e5b5e6f2432a" /><Relationship Type="http://schemas.openxmlformats.org/officeDocument/2006/relationships/slideLayout" Target="/ppt/slideLayouts/slideLayout2.xml" Id="Rd72e0b2455d347b3" /><Relationship Type="http://schemas.openxmlformats.org/officeDocument/2006/relationships/slideLayout" Target="/ppt/slideLayouts/slideLayout3.xml" Id="Re1c64a2866e04520" /><Relationship Type="http://schemas.openxmlformats.org/officeDocument/2006/relationships/slideLayout" Target="/ppt/slideLayouts/slideLayout4.xml" Id="R239a025c0fb04297" /><Relationship Type="http://schemas.openxmlformats.org/officeDocument/2006/relationships/slideLayout" Target="/ppt/slideLayouts/slideLayout5.xml" Id="R3c1df101ee0e4301" /><Relationship Type="http://schemas.openxmlformats.org/officeDocument/2006/relationships/slideLayout" Target="/ppt/slideLayouts/slideLayout6.xml" Id="R620d483691994c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b4e5b5e6f2432a"/>
    <p:sldLayoutId xmlns:r="http://schemas.openxmlformats.org/officeDocument/2006/relationships" id="2147483650" r:id="Rd72e0b2455d347b3"/>
    <p:sldLayoutId xmlns:r="http://schemas.openxmlformats.org/officeDocument/2006/relationships" id="2147483651" r:id="Re1c64a2866e04520"/>
    <p:sldLayoutId xmlns:r="http://schemas.openxmlformats.org/officeDocument/2006/relationships" id="2147483652" r:id="R239a025c0fb04297"/>
    <p:sldLayoutId xmlns:r="http://schemas.openxmlformats.org/officeDocument/2006/relationships" id="2147483653" r:id="R3c1df101ee0e4301"/>
    <p:sldLayoutId xmlns:r="http://schemas.openxmlformats.org/officeDocument/2006/relationships" id="2147483654" r:id="R620d483691994c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7aac3f93b408b" /><Relationship Type="http://schemas.openxmlformats.org/officeDocument/2006/relationships/notesSlide" Target="/ppt/notesSlides/notesSlide1.xml" Id="R7afa4028a53046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7B1AF-89C5-4A67-B943-D3CB70A8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Brain dump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D886D-A8B1-4F93-AED2-A0597733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CD6A-F5F3-4629-9B15-475BE474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E22FC-BD2C-4E95-B3DC-AEDA609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27EFF-E1B3-4864-B732-143E1ADD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C1B4D-A4A6-4FD4-8DA4-145E233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AA147-C814-4756-9A85-0233778F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C3B34-EF73-4ED5-AC1C-C4940BFD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3A03E-C751-41C6-BF59-0727B89D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10039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What can you remember?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80980-90CB-4628-9410-19C3F711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05537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recall focus or headings]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A9693-961A-4348-BFFC-EAB37A2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Write, sketch and connect ideas from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8753E-C154-4E25-B1A7-D8820E8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7C923-E1B3-4F02-8742-8B282ED4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84003-8921-4AC2-A698-C2A71C6E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987474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2026-10-07T04:35:54.3160000Z</dcterms:created>
  <dcterms:modified xsi:type="dcterms:W3CDTF">2026-10-07T04:35:54.3160000Z</dcterms:modified>
</coreProperties>
</file>