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ba3a75b05dd42ad" /><Relationship Type="http://schemas.openxmlformats.org/officeDocument/2006/relationships/extended-properties" Target="/docProps/app.xml" Id="Rbe37ca676fef4fd9" /><Relationship Type="http://schemas.openxmlformats.org/officeDocument/2006/relationships/officeDocument" Target="/ppt/presentation.xml" Id="R00f75a3fc01a4d9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bd6c9d713c34c63"/>
  </p:sldMasterIdLst>
  <p:notesMasterIdLst>
    <p:notesMasterId xmlns:r="http://schemas.openxmlformats.org/officeDocument/2006/relationships" r:id="R1953d27fedbc4540"/>
  </p:notesMasterIdLst>
  <p:sldIdLst>
    <p:sldId xmlns:r="http://schemas.openxmlformats.org/officeDocument/2006/relationships" id="256" r:id="R72b72c815a8d464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17ac56406ce4eb9" /><Relationship Type="http://schemas.openxmlformats.org/officeDocument/2006/relationships/slideMaster" Target="/ppt/slideMasters/slideMaster1.xml" Id="R2bd6c9d713c34c63" /><Relationship Type="http://schemas.openxmlformats.org/officeDocument/2006/relationships/notesMaster" Target="/ppt/notesMasters/notesMaster1.xml" Id="R1953d27fedbc4540" /><Relationship Type="http://schemas.openxmlformats.org/officeDocument/2006/relationships/presProps" Target="/ppt/presProps.xml" Id="R28eb08ad97984b62" /><Relationship Type="http://schemas.openxmlformats.org/officeDocument/2006/relationships/tableStyles" Target="/ppt/tableStyles.xml" Id="R1b944bad1d0c42a4" /><Relationship Type="http://schemas.openxmlformats.org/officeDocument/2006/relationships/slide" Target="/ppt/slides/slide1.xml" Id="R72b72c815a8d464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f708eb692a742a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06282c9bbfd4360" /><Relationship Type="http://schemas.openxmlformats.org/officeDocument/2006/relationships/notesMaster" Target="/ppt/notesMasters/notesMaster1.xml" Id="Re5fb5d30542c4e1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Teacher setup: Replace bracketed text before teaching. Every text box is editable. Duplicate the slide for checked answers or a second prompt. Keep prompt and answer sides separate when printing cards.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Activity: Brain dump</a:t>
            </a:r>
          </a:p>
          <a:p xmlns:a="http://schemas.openxmlformats.org/drawingml/2006/main">
            <a:r>
              <a:t>Materials: Paper or mini whiteboards</a:t>
            </a:r>
          </a:p>
          <a:p xmlns:a="http://schemas.openxmlformats.org/drawingml/2006/main">
            <a:r>
              <a:t>Suggested total time including feedback: 5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Set a boundary: Name a previously taught topic and close notes.</a:t>
            </a:r>
          </a:p>
          <a:p xmlns:a="http://schemas.openxmlformats.org/drawingml/2006/main">
            <a:r>
              <a:t>2. Recall independently: Everyone writes or sketches what they remember for two minutes.</a:t>
            </a:r>
          </a:p>
          <a:p xmlns:a="http://schemas.openxmlformats.org/drawingml/2006/main">
            <a:r>
              <a:t>3. Organise the recall: Group related ideas and mark uncertain details.</a:t>
            </a:r>
          </a:p>
          <a:p xmlns:a="http://schemas.openxmlformats.org/drawingml/2006/main">
            <a:r>
              <a:t>4. Check and improve: Compare with a trusted reference; correct errors in another colour.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Check: Sample explanations as well as keywords. Ask students to retrieve a corrected idea again later.</a:t>
            </a:r>
          </a:p>
          <a:p xmlns:a="http://schemas.openxmlformats.org/drawingml/2006/main">
            <a:r>
              <a:t>Adapt: Use broad headings if a blank page feels overwhelming; allow spoken recording or labelled sketches.</a:t>
            </a:r>
          </a:p>
          <a:p xmlns:a="http://schemas.openxmlformats.org/drawingml/2006/main">
            <a:r>
              <a:t>Credit: Pooja K. Agarwal — classroom guidance</a:t>
            </a:r>
          </a:p>
          <a:p xmlns:a="http://schemas.openxmlformats.org/drawingml/2006/main">
            <a:r>
              <a:t>Free recall is a longstanding research method. Credit here recognises Agarwal’s classroom explanation, rather than claiming she invented free recall.</a:t>
            </a:r>
          </a:p>
          <a:p xmlns:a="http://schemas.openxmlformats.org/drawingml/2006/main">
            <a:r>
              <a:t>Source: https://www.retrievalpractice.org/strategies/2017/free-recall</a:t>
            </a:r>
          </a:p>
          <a:p xmlns:a="http://schemas.openxmlformats.org/drawingml/2006/main">
            <a:r>
              <a:t>Full guide: https://tnt-teaching-tools.github.io/cold-call-classroom/retrieval-brain-dump.html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7143befb5e4dc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bb939732e74d3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f3b8a5d559488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4b2828d9204f7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496c815d9a409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4d435af3864af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0C0A18D5-C81E-4FFF-8551-00E834E30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65214C6-3A8D-4BE7-8482-77D0F43F73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BA32AB4F-26E0-4602-9F10-D840A7A775B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BA59E55D-1DD6-449A-B2FE-996BDE0E3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DE647F5-0B1B-4454-AA29-43DF1775168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ED73F140-814A-4908-83EF-8D1CE0CDC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1A37C63-A52E-4559-8FA9-DB22BB4D64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A7882EE6-673B-4AF1-BE9B-539B4853613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0BB1976D-B62B-49EF-A879-F1DE0B6BC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0A5A4BE-8079-4554-AC25-31BCE0A5FB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2AD53B9-FCC7-4422-9314-0CEFDAA1D7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78CFCA4-A33F-4704-A527-FB4B99B2C60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830E75A0-77A2-470E-B31B-CCA6913DD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EA42554-7152-4DD8-A688-A55BBA050B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51C94E7-60C9-483D-8833-7A5AA83F95D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89f5e4472704cb7" /><Relationship Type="http://schemas.openxmlformats.org/officeDocument/2006/relationships/slideLayout" Target="/ppt/slideLayouts/slideLayout1.xml" Id="R0e207fd5eba84761" /><Relationship Type="http://schemas.openxmlformats.org/officeDocument/2006/relationships/slideLayout" Target="/ppt/slideLayouts/slideLayout2.xml" Id="R691e7eba916048de" /><Relationship Type="http://schemas.openxmlformats.org/officeDocument/2006/relationships/slideLayout" Target="/ppt/slideLayouts/slideLayout3.xml" Id="R9f25cd9adaa04bd0" /><Relationship Type="http://schemas.openxmlformats.org/officeDocument/2006/relationships/slideLayout" Target="/ppt/slideLayouts/slideLayout4.xml" Id="R3f82cf96fef04ece" /><Relationship Type="http://schemas.openxmlformats.org/officeDocument/2006/relationships/slideLayout" Target="/ppt/slideLayouts/slideLayout5.xml" Id="R68a7ae31d0844285" /><Relationship Type="http://schemas.openxmlformats.org/officeDocument/2006/relationships/slideLayout" Target="/ppt/slideLayouts/slideLayout6.xml" Id="R5bd30da616a54a4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e207fd5eba84761"/>
    <p:sldLayoutId xmlns:r="http://schemas.openxmlformats.org/officeDocument/2006/relationships" id="2147483650" r:id="R691e7eba916048de"/>
    <p:sldLayoutId xmlns:r="http://schemas.openxmlformats.org/officeDocument/2006/relationships" id="2147483651" r:id="R9f25cd9adaa04bd0"/>
    <p:sldLayoutId xmlns:r="http://schemas.openxmlformats.org/officeDocument/2006/relationships" id="2147483652" r:id="R3f82cf96fef04ece"/>
    <p:sldLayoutId xmlns:r="http://schemas.openxmlformats.org/officeDocument/2006/relationships" id="2147483653" r:id="R68a7ae31d0844285"/>
    <p:sldLayoutId xmlns:r="http://schemas.openxmlformats.org/officeDocument/2006/relationships" id="2147483654" r:id="R5bd30da616a54a4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5e9bc407cc4e3b" /><Relationship Type="http://schemas.openxmlformats.org/officeDocument/2006/relationships/notesSlide" Target="/ppt/notesSlides/notesSlide1.xml" Id="R7d2cd80bf7724c0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C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EB50BA-C8FF-4249-B902-F8EA30A0B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242720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242720"/>
                </a:solidFill>
                <a:latin typeface="Arial"/>
                <a:ea typeface="Arial"/>
                <a:cs typeface="Arial"/>
              </a:rPr>
              <a:t>Brain dump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B68515-FA3C-4FE2-B7EC-B006CEE5E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9062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4272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42720"/>
                </a:solidFill>
                <a:latin typeface="Arial"/>
                <a:ea typeface="Arial"/>
                <a:cs typeface="Arial"/>
              </a:rPr>
              <a:t>[Add your topic or retrieval focus]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675FDB-F186-482E-B331-DDC6AECBE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8534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8534A"/>
                </a:solidFill>
                <a:latin typeface="Arial"/>
                <a:ea typeface="Arial"/>
                <a:cs typeface="Arial"/>
              </a:rPr>
              <a:t>Recall independently first. Check and improve after feedback.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DDC86C-E972-4ECB-8806-C18F5789A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09728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24272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42720"/>
                </a:solidFill>
                <a:latin typeface="Arial"/>
                <a:ea typeface="Arial"/>
                <a:cs typeface="Arial"/>
              </a:rPr>
              <a:t>[Add your recall focus or headings]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9CB256-7143-4648-9F11-C778349BC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42720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42720"/>
                </a:solidFill>
                <a:latin typeface="Arial"/>
                <a:ea typeface="Arial"/>
                <a:cs typeface="Arial"/>
              </a:rPr>
              <a:t>Write or sketch what you remember without notes.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066C77-0667-4E40-BBD2-BE4FE4367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8534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8534A"/>
                </a:solidFill>
                <a:latin typeface="Arial"/>
                <a:ea typeface="Arial"/>
                <a:cs typeface="Arial"/>
              </a:rPr>
              <a:t>Time: [Add minutes]     Check: [Add your feedback routine]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6EB708-7ABD-42B4-A8AE-AD9CCE6B4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267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675C"/>
                </a:solidFill>
                <a:latin typeface="Arial"/>
                <a:ea typeface="Arial"/>
                <a:cs typeface="Arial"/>
              </a:rPr>
              <a:t>TNT Teaching Tools   Editable classroom template   Source and teacher guidance in speaker notes</a:t>
            </a:r>
          </a:p>
        </p:txBody>
      </p:sp>
    </p:spTree>
    <p:extLst>
      <p:ext uri="{BB962C8B-B14F-4D97-AF65-F5344CB8AC3E}">
        <p14:creationId xmlns:p14="http://schemas.microsoft.com/office/powerpoint/2010/main" val="205585687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2026-10-07T03:42:56.2800000Z</dcterms:created>
  <dcterms:modified xsi:type="dcterms:W3CDTF">2026-10-07T03:42:56.2800000Z</dcterms:modified>
</coreProperties>
</file>