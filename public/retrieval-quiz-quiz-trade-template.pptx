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68de2e53944815" /><Relationship Type="http://schemas.openxmlformats.org/officeDocument/2006/relationships/extended-properties" Target="/docProps/app.xml" Id="R780e575cb9354329" /><Relationship Type="http://schemas.openxmlformats.org/officeDocument/2006/relationships/officeDocument" Target="/ppt/presentation.xml" Id="R8083636509ef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6b659d69534d81"/>
  </p:sldMasterIdLst>
  <p:notesMasterIdLst>
    <p:notesMasterId xmlns:r="http://schemas.openxmlformats.org/officeDocument/2006/relationships" r:id="R6c20a672daa14a19"/>
  </p:notesMasterIdLst>
  <p:sldIdLst>
    <p:sldId xmlns:r="http://schemas.openxmlformats.org/officeDocument/2006/relationships" id="256" r:id="R4b5b5de9be86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f92a9a1494d7e" /><Relationship Type="http://schemas.openxmlformats.org/officeDocument/2006/relationships/slideMaster" Target="/ppt/slideMasters/slideMaster1.xml" Id="Re86b659d69534d81" /><Relationship Type="http://schemas.openxmlformats.org/officeDocument/2006/relationships/notesMaster" Target="/ppt/notesMasters/notesMaster1.xml" Id="R6c20a672daa14a19" /><Relationship Type="http://schemas.openxmlformats.org/officeDocument/2006/relationships/presProps" Target="/ppt/presProps.xml" Id="R9a7afff5a4f646f5" /><Relationship Type="http://schemas.openxmlformats.org/officeDocument/2006/relationships/tableStyles" Target="/ppt/tableStyles.xml" Id="R38f8602860b54ce6" /><Relationship Type="http://schemas.openxmlformats.org/officeDocument/2006/relationships/slide" Target="/ppt/slides/slide1.xml" Id="R4b5b5de9be86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fb322a43244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1e67c4c0ce4742" /><Relationship Type="http://schemas.openxmlformats.org/officeDocument/2006/relationships/notesMaster" Target="/ppt/notesMasters/notesMaster1.xml" Id="Rfc2d3ac33ec843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Quiz–Quiz–Trade</a:t>
            </a:r>
          </a:p>
          <a:p xmlns:a="http://schemas.openxmlformats.org/drawingml/2006/main">
            <a:r>
              <a:t>Materials: Teacher-checked prompt cards with answers on the back</a:t>
            </a:r>
          </a:p>
          <a:p xmlns:a="http://schemas.openxmlformats.org/drawingml/2006/main">
            <a:r>
              <a:t>Suggested total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Pair up: Give each learner a checked card; pair students safely.</a:t>
            </a:r>
          </a:p>
          <a:p xmlns:a="http://schemas.openxmlformats.org/drawingml/2006/main">
            <a:r>
              <a:t>2. Quiz both ways: One partner asks; the other answers from memory. Then reverse roles.</a:t>
            </a:r>
          </a:p>
          <a:p xmlns:a="http://schemas.openxmlformats.org/drawingml/2006/main">
            <a:r>
              <a:t>3. Check together: Use the card answer to correct or extend each response.</a:t>
            </a:r>
          </a:p>
          <a:p xmlns:a="http://schemas.openxmlformats.org/drawingml/2006/main">
            <a:r>
              <a:t>4. Trade and repeat: Exchange cards and work with a new partner, or rotate seated partners.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Keep the answer hidden until an attempt. Sample explanations to catch inaccurate peer coaching.</a:t>
            </a:r>
          </a:p>
          <a:p xmlns:a="http://schemas.openxmlformats.org/drawingml/2006/main">
            <a:r>
              <a:t>Adapt: Offer a seated rotation and read prompts aloud where helpful.</a:t>
            </a:r>
          </a:p>
          <a:p xmlns:a="http://schemas.openxmlformats.org/drawingml/2006/main">
            <a:r>
              <a:t>Credit: Kagan — cooperative learning structure</a:t>
            </a:r>
          </a:p>
          <a:p xmlns:a="http://schemas.openxmlformats.org/drawingml/2006/main">
            <a:r>
              <a:t>Quiz–Quiz–Trade is a Kagan structure. This is an independently written retrieval guide; no Kagan card sets or artwork are reproduced.</a:t>
            </a:r>
          </a:p>
          <a:p xmlns:a="http://schemas.openxmlformats.org/drawingml/2006/main">
            <a:r>
              <a:t>Source: https://www.kaganonline.com/catalog/look_whats_inside/BQQV_inside.php</a:t>
            </a:r>
          </a:p>
          <a:p xmlns:a="http://schemas.openxmlformats.org/drawingml/2006/main">
            <a:r>
              <a:t>Full guide: https://tnt-teaching-tools.github.io/cold-call-classroom/retrieval-quiz-quiz-trade.html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541fdac7849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5907e13f348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f13be2b4742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2f53996b949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101d551914a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1f78986c1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E1A267-32CF-428C-9D88-4D8B190A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37816E-BA94-47A4-939B-4814501BA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7CFAFF0-1D6F-4272-9097-A463819CC6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10A43E-A518-46CD-9AFD-418DE9C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F0F1DB-E15E-4A83-ADEB-DBF243875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27DE562-D114-495B-8552-7FBA978F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309AD2-E6CF-476B-A4F2-3BE1DFE06F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DFBB26-B595-4D82-A32D-90F4715A3E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F66BF54-9EC5-4775-AB38-87D16981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0891B9-80A0-40D1-8C0D-CD2B25ED4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B30EEC-E0F8-40CE-AF52-5E81BD50D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592C56-6B19-4E85-AD37-AD36175750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0C63EEC-0751-46E5-9F56-B530B88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884A34-5430-45BD-94DF-037718A12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8072F9-8E49-4C92-BD5C-A92834388E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4ce4a1fb14b1a" /><Relationship Type="http://schemas.openxmlformats.org/officeDocument/2006/relationships/slideLayout" Target="/ppt/slideLayouts/slideLayout1.xml" Id="Re4b215e64b56425b" /><Relationship Type="http://schemas.openxmlformats.org/officeDocument/2006/relationships/slideLayout" Target="/ppt/slideLayouts/slideLayout2.xml" Id="Rf0bb9230d1a6488e" /><Relationship Type="http://schemas.openxmlformats.org/officeDocument/2006/relationships/slideLayout" Target="/ppt/slideLayouts/slideLayout3.xml" Id="R6fbd4689c89f4035" /><Relationship Type="http://schemas.openxmlformats.org/officeDocument/2006/relationships/slideLayout" Target="/ppt/slideLayouts/slideLayout4.xml" Id="R5d94e35f12014b25" /><Relationship Type="http://schemas.openxmlformats.org/officeDocument/2006/relationships/slideLayout" Target="/ppt/slideLayouts/slideLayout5.xml" Id="R5ddd6c1413284b28" /><Relationship Type="http://schemas.openxmlformats.org/officeDocument/2006/relationships/slideLayout" Target="/ppt/slideLayouts/slideLayout6.xml" Id="R91b7cecccce748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215e64b56425b"/>
    <p:sldLayoutId xmlns:r="http://schemas.openxmlformats.org/officeDocument/2006/relationships" id="2147483650" r:id="Rf0bb9230d1a6488e"/>
    <p:sldLayoutId xmlns:r="http://schemas.openxmlformats.org/officeDocument/2006/relationships" id="2147483651" r:id="R6fbd4689c89f4035"/>
    <p:sldLayoutId xmlns:r="http://schemas.openxmlformats.org/officeDocument/2006/relationships" id="2147483652" r:id="R5d94e35f12014b25"/>
    <p:sldLayoutId xmlns:r="http://schemas.openxmlformats.org/officeDocument/2006/relationships" id="2147483653" r:id="R5ddd6c1413284b28"/>
    <p:sldLayoutId xmlns:r="http://schemas.openxmlformats.org/officeDocument/2006/relationships" id="2147483654" r:id="R91b7cecccce748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5479917824931" /><Relationship Type="http://schemas.openxmlformats.org/officeDocument/2006/relationships/notesSlide" Target="/ppt/notesSlides/notesSlide1.xml" Id="R19d10a5947384d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11732-C684-499A-85DE-128AFAED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Quiz–Quiz–Trade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4E911-1174-4830-9FEA-2938CC6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F9658-B533-4B75-8A6D-9075583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ACB4A-8C18-4782-B97E-480DA858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[Prompt or card front]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your own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D7D5F-6B42-4DF9-B2FD-880946E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[Checked answer or card back]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the answer and explanation]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A803B-331D-485E-B070-D0092849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FCC04-7FC5-4F5C-990F-4E5DFA72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778528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2026-10-07T03:43:05.6030000Z</dcterms:created>
  <dcterms:modified xsi:type="dcterms:W3CDTF">2026-10-07T03:43:05.6030000Z</dcterms:modified>
</coreProperties>
</file>