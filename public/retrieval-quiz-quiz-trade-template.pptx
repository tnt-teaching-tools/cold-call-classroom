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e459952e0e443b" /><Relationship Type="http://schemas.openxmlformats.org/officeDocument/2006/relationships/extended-properties" Target="/docProps/app.xml" Id="R56698e7eed0549e7" /><Relationship Type="http://schemas.openxmlformats.org/officeDocument/2006/relationships/officeDocument" Target="/ppt/presentation.xml" Id="Rab4651608c024d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8f8684c324425d"/>
  </p:sldMasterIdLst>
  <p:notesMasterIdLst>
    <p:notesMasterId xmlns:r="http://schemas.openxmlformats.org/officeDocument/2006/relationships" r:id="R098ac5c72b674177"/>
  </p:notesMasterIdLst>
  <p:sldIdLst>
    <p:sldId xmlns:r="http://schemas.openxmlformats.org/officeDocument/2006/relationships" id="256" r:id="R97acfed8e51c4f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819642bf8640a8" /><Relationship Type="http://schemas.openxmlformats.org/officeDocument/2006/relationships/slideMaster" Target="/ppt/slideMasters/slideMaster1.xml" Id="R8d8f8684c324425d" /><Relationship Type="http://schemas.openxmlformats.org/officeDocument/2006/relationships/notesMaster" Target="/ppt/notesMasters/notesMaster1.xml" Id="R098ac5c72b674177" /><Relationship Type="http://schemas.openxmlformats.org/officeDocument/2006/relationships/presProps" Target="/ppt/presProps.xml" Id="R473933e7a3ac4b0d" /><Relationship Type="http://schemas.openxmlformats.org/officeDocument/2006/relationships/tableStyles" Target="/ppt/tableStyles.xml" Id="R55fcc7c91fb94cde" /><Relationship Type="http://schemas.openxmlformats.org/officeDocument/2006/relationships/slide" Target="/ppt/slides/slide1.xml" Id="R97acfed8e51c4f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6ded9799064d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a9271c296e42eb" /><Relationship Type="http://schemas.openxmlformats.org/officeDocument/2006/relationships/notesMaster" Target="/ppt/notesMasters/notesMaster1.xml" Id="Ra2a10e70383949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Teacher-checked prompt cards with answers on the back</a:t>
            </a:r>
          </a:p>
          <a:p xmlns:a="http://schemas.openxmlformats.org/drawingml/2006/main">
            <a:r>
              <a:t>Suggested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Pair up: Give each learner a checked card; pair students safely.</a:t>
            </a:r>
          </a:p>
          <a:p xmlns:a="http://schemas.openxmlformats.org/drawingml/2006/main">
            <a:r>
              <a:t>2. Quiz both ways: One partner asks; the other answers from memory. Then reverse roles.</a:t>
            </a:r>
          </a:p>
          <a:p xmlns:a="http://schemas.openxmlformats.org/drawingml/2006/main">
            <a:r>
              <a:t>3. Check together: Use the card answer to correct or extend each response.</a:t>
            </a:r>
          </a:p>
          <a:p xmlns:a="http://schemas.openxmlformats.org/drawingml/2006/main">
            <a:r>
              <a:t>4. Trade and repeat: Exchange cards and work with a new partner, or rotate seated partners.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Keep the answer hidden until an attempt. Sample explanations to catch inaccurate peer coaching.</a:t>
            </a:r>
          </a:p>
          <a:p xmlns:a="http://schemas.openxmlformats.org/drawingml/2006/main">
            <a:r>
              <a:t>Adapt: Offer a seated rotation and read prompts aloud where helpful.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bab611f20343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9965d1a14440b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7b4cf563e146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22bb7e47c446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1941ad97e43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623e31c47546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7AB25BE-AB19-45F9-ADB1-21B8C558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8C1EFAC-830A-4B9E-A769-D587A68C5C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BE31983-D39F-4C73-969D-639670543D3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A1475A-9950-43D4-B804-CB28FC2F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FA19428-23DD-41B1-B1E4-C3CD6A869E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E866F35-63B2-41F6-BF9C-28A7888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53D1995-9A3F-4122-AD52-E3332F7664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877C377-1CE4-480F-AF22-00A2E27AFE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12EA409-338C-4793-BA7D-F459D72D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CB68D7-0FD3-427C-9859-CE93D94AD3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3ECD73-6466-4EE4-BE10-B1AF5B7753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ABEA542-A1F4-462A-BCD1-C7355A42628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99640FC-AA7E-470F-A821-CAF549D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727E8AB-B1FF-4FF5-BE3F-8525D9D816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29F7252-8E22-492D-A5EA-8322AE9AFF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1d75c5b58448a9" /><Relationship Type="http://schemas.openxmlformats.org/officeDocument/2006/relationships/slideLayout" Target="/ppt/slideLayouts/slideLayout1.xml" Id="R4d41baae9b9b440a" /><Relationship Type="http://schemas.openxmlformats.org/officeDocument/2006/relationships/slideLayout" Target="/ppt/slideLayouts/slideLayout2.xml" Id="R9f81194b98334b98" /><Relationship Type="http://schemas.openxmlformats.org/officeDocument/2006/relationships/slideLayout" Target="/ppt/slideLayouts/slideLayout3.xml" Id="Rb7b7f33d61ef4120" /><Relationship Type="http://schemas.openxmlformats.org/officeDocument/2006/relationships/slideLayout" Target="/ppt/slideLayouts/slideLayout4.xml" Id="R048e72609dfc418c" /><Relationship Type="http://schemas.openxmlformats.org/officeDocument/2006/relationships/slideLayout" Target="/ppt/slideLayouts/slideLayout5.xml" Id="Rb20b02e7ddd141b2" /><Relationship Type="http://schemas.openxmlformats.org/officeDocument/2006/relationships/slideLayout" Target="/ppt/slideLayouts/slideLayout6.xml" Id="Rff84081b849545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41baae9b9b440a"/>
    <p:sldLayoutId xmlns:r="http://schemas.openxmlformats.org/officeDocument/2006/relationships" id="2147483650" r:id="R9f81194b98334b98"/>
    <p:sldLayoutId xmlns:r="http://schemas.openxmlformats.org/officeDocument/2006/relationships" id="2147483651" r:id="Rb7b7f33d61ef4120"/>
    <p:sldLayoutId xmlns:r="http://schemas.openxmlformats.org/officeDocument/2006/relationships" id="2147483652" r:id="R048e72609dfc418c"/>
    <p:sldLayoutId xmlns:r="http://schemas.openxmlformats.org/officeDocument/2006/relationships" id="2147483653" r:id="Rb20b02e7ddd141b2"/>
    <p:sldLayoutId xmlns:r="http://schemas.openxmlformats.org/officeDocument/2006/relationships" id="2147483654" r:id="Rff84081b849545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9efcdd494e4272" /><Relationship Type="http://schemas.openxmlformats.org/officeDocument/2006/relationships/notesSlide" Target="/ppt/notesSlides/notesSlide1.xml" Id="Rfb41358d98ef4c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55D0E5-845D-4765-AEF2-2CD35B26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Quiz–Quiz–Trade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8BE7A-AE02-490F-87FB-5235BCCE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3853C-12C7-4F36-8922-436CC149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68192-1CB0-4D4C-A2AA-9ED10BFC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5B8DC-FB6A-4FE3-B928-982E81E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EFF3A-0DBC-447F-87E9-13FE1497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740BF-25A6-4E25-9336-69916CFA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0835EB-4A33-4D0B-9204-79E23772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30B31-D512-4D34-8AAE-5EA8495C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side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FEBB6-1404-40DF-87F7-B19BB3B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890CD-15B5-4550-813E-0B183A76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11209-7CBD-4871-87D1-859E6864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BBC020-18EF-44B0-9C25-E0F560E5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4EB88C-4A3B-4C61-B3CA-03A94D3E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Answer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1A32A-4DE3-44B4-9DFE-B040D806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checked answer]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61413-CCF8-4D83-BFF1-82E19B85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73648-856F-4CDA-A517-95E8FEE2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EC24B7-7186-4204-906E-7439E1B0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6338672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2026-10-07T04:36:03.8020000Z</dcterms:created>
  <dcterms:modified xsi:type="dcterms:W3CDTF">2026-10-07T04:36:03.8020000Z</dcterms:modified>
</coreProperties>
</file>