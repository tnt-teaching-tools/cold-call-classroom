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6d9548dd1f4379" /><Relationship Type="http://schemas.openxmlformats.org/officeDocument/2006/relationships/extended-properties" Target="/docProps/app.xml" Id="R32b381d943d14848" /><Relationship Type="http://schemas.openxmlformats.org/officeDocument/2006/relationships/officeDocument" Target="/ppt/presentation.xml" Id="R5d8e11e7ba8846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7dc020a5874c23"/>
  </p:sldMasterIdLst>
  <p:notesMasterIdLst>
    <p:notesMasterId xmlns:r="http://schemas.openxmlformats.org/officeDocument/2006/relationships" r:id="R569ef866824a4006"/>
  </p:notesMasterIdLst>
  <p:sldIdLst>
    <p:sldId xmlns:r="http://schemas.openxmlformats.org/officeDocument/2006/relationships" id="256" r:id="R961583bc8ad74a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8797dea6bc419b" /><Relationship Type="http://schemas.openxmlformats.org/officeDocument/2006/relationships/slideMaster" Target="/ppt/slideMasters/slideMaster1.xml" Id="Rc47dc020a5874c23" /><Relationship Type="http://schemas.openxmlformats.org/officeDocument/2006/relationships/notesMaster" Target="/ppt/notesMasters/notesMaster1.xml" Id="R569ef866824a4006" /><Relationship Type="http://schemas.openxmlformats.org/officeDocument/2006/relationships/presProps" Target="/ppt/presProps.xml" Id="Radf508636ccf4f53" /><Relationship Type="http://schemas.openxmlformats.org/officeDocument/2006/relationships/tableStyles" Target="/ppt/tableStyles.xml" Id="Re3ff3c3b373642d8" /><Relationship Type="http://schemas.openxmlformats.org/officeDocument/2006/relationships/slide" Target="/ppt/slides/slide1.xml" Id="R961583bc8ad74a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aa298fdf4442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dba31b7131406d" /><Relationship Type="http://schemas.openxmlformats.org/officeDocument/2006/relationships/notesMaster" Target="/ppt/notesMasters/notesMaster1.xml" Id="R38e2c9eb2cf845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divided into individual spaces and a centre</a:t>
            </a:r>
          </a:p>
          <a:p xmlns:a="http://schemas.openxmlformats.org/drawingml/2006/main">
            <a:r>
              <a:t>Suggested time including feedback: 10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Divide the page: Allocate a separate writing area to every group member.</a:t>
            </a:r>
          </a:p>
          <a:p xmlns:a="http://schemas.openxmlformats.org/drawingml/2006/main">
            <a:r>
              <a:t>2. Recall alone: Everyone writes independently without notes or discussion.</a:t>
            </a:r>
          </a:p>
          <a:p xmlns:a="http://schemas.openxmlformats.org/drawingml/2006/main">
            <a:r>
              <a:t>3. Compare ideas: Take turns explaining recall, and put agreed ideas in the centre.</a:t>
            </a:r>
          </a:p>
          <a:p xmlns:a="http://schemas.openxmlformats.org/drawingml/2006/main">
            <a:r>
              <a:t>4. Check and retry: Verify the shared response; each learner recalls a corrected idea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 group answer can hide individual gaps. Keep each learner’s initial response visible.</a:t>
            </a:r>
          </a:p>
          <a:p xmlns:a="http://schemas.openxmlformats.org/drawingml/2006/main">
            <a:r>
              <a:t>Adapt: Use pairs or separate sheets if shared paper is awkward; assign speaking turns.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b12c05a8bd48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905611b33641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53c6270ab44c5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dbe034c7c6453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c06f899447401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3db9fda8a941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6C14724-E230-4E54-8467-C8851288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9FBD0FC-4C94-45B2-AA39-6ED995069D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A7AC34D-05B7-420D-9AB4-B781FEDD40E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304464E-05EA-41B9-A44A-DEF279F2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F51AB4B-267D-4B55-B7AB-D700C16CB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027C0E2-1DE1-493E-AB34-43A79625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546BC25-2EE1-4F89-832B-FB6122E6AB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7E4E451-5C61-4D88-A7AE-1012D13473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87798E4-8ADD-434B-BCE3-4EC45AAA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C18B92-9E70-45AA-ADCB-75C11AE53B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224E1C1-D6C7-4072-9E18-740BF409B4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65C78D7-AFA4-4C13-B95E-BF28B3DDC35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E356C4F-FC04-42B3-821D-2C27BE5F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D116E65-D938-45CB-B074-B5CEC29AE8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779B19C-7A28-479D-8B4E-6BE43511F0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1ea5d6225b4768" /><Relationship Type="http://schemas.openxmlformats.org/officeDocument/2006/relationships/slideLayout" Target="/ppt/slideLayouts/slideLayout1.xml" Id="R97777f43961a439f" /><Relationship Type="http://schemas.openxmlformats.org/officeDocument/2006/relationships/slideLayout" Target="/ppt/slideLayouts/slideLayout2.xml" Id="Rffa43a81558a42c2" /><Relationship Type="http://schemas.openxmlformats.org/officeDocument/2006/relationships/slideLayout" Target="/ppt/slideLayouts/slideLayout3.xml" Id="R4b209c8609074275" /><Relationship Type="http://schemas.openxmlformats.org/officeDocument/2006/relationships/slideLayout" Target="/ppt/slideLayouts/slideLayout4.xml" Id="R94dca4e8d0a34364" /><Relationship Type="http://schemas.openxmlformats.org/officeDocument/2006/relationships/slideLayout" Target="/ppt/slideLayouts/slideLayout5.xml" Id="Re93bd530c83d4f8d" /><Relationship Type="http://schemas.openxmlformats.org/officeDocument/2006/relationships/slideLayout" Target="/ppt/slideLayouts/slideLayout6.xml" Id="R6f95ac3a732f4a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777f43961a439f"/>
    <p:sldLayoutId xmlns:r="http://schemas.openxmlformats.org/officeDocument/2006/relationships" id="2147483650" r:id="Rffa43a81558a42c2"/>
    <p:sldLayoutId xmlns:r="http://schemas.openxmlformats.org/officeDocument/2006/relationships" id="2147483651" r:id="R4b209c8609074275"/>
    <p:sldLayoutId xmlns:r="http://schemas.openxmlformats.org/officeDocument/2006/relationships" id="2147483652" r:id="R94dca4e8d0a34364"/>
    <p:sldLayoutId xmlns:r="http://schemas.openxmlformats.org/officeDocument/2006/relationships" id="2147483653" r:id="Re93bd530c83d4f8d"/>
    <p:sldLayoutId xmlns:r="http://schemas.openxmlformats.org/officeDocument/2006/relationships" id="2147483654" r:id="R6f95ac3a732f4a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b92ef1d08e4817" /><Relationship Type="http://schemas.openxmlformats.org/officeDocument/2006/relationships/notesSlide" Target="/ppt/notesSlides/notesSlide1.xml" Id="R7912d2134e7645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FBC52F-70DA-4159-81E4-5AAC74CB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Retrieval placemat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9316A-4378-4228-B869-0DCDE8D9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7410B-040B-435E-8BE6-97D54BE7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36BAFF-89E9-441F-B433-A8BD35BC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3F1D05-DA85-47F3-BD3B-73367E06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9D5E3-AB9F-4E0D-A6C0-EA6D80D9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22D35-B4BF-4ECB-B1DF-0FBA2FE5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1FF92-9E8C-423E-8586-32B51927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803D9-3588-4977-A501-834D628D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Learner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18F5DB-70BE-4589-8AB0-1C453C19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Independent recall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B0881-FF41-4DE2-9841-F2C33E24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9467AF-93B8-4039-839C-986A74A1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BDB2F-B712-43DF-A70A-B2801B38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C241FB-F2B7-4ED4-834F-551E8BAB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Learner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191020-2732-4921-B6DC-D8D4ECF4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Independent recall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D02CDC-FC0C-4965-8E98-61CDA84F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540067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EEA8CF-023C-4E76-B677-3FCCACAD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33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0FB586-4627-4E54-AF6F-CD55A348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91916F-E3BE-4354-8B50-CA80E75A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Learner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92518E-9E1C-46DE-81BB-94DA7099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Independent recall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3B6AC8-7BBC-4571-ABDF-35C11BE6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762375"/>
            <a:ext cx="540067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69A40D-F36C-4245-BC9D-0027F204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933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70FE1B-220E-43C4-A3C4-8C9308D6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005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B0B9B2-86C3-4B86-A484-B3B4AA18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981450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Learner 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587D14-5923-4DAB-AD80-1FECC80A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505325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Independent 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CB8BFC-5286-4900-A7A5-AC7DD9F7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BC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D3366E-2579-4B77-803A-62C8E9AC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62575"/>
            <a:ext cx="1062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Shared ideas after discussion: [Your instructions]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DFC702-7A04-412C-8537-C8097B45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FD8830-5A6A-4B1A-A28E-628BF9EC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037C5E-B10E-42FF-8617-CA82522D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4047617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2026-10-07T04:36:19.5460000Z</dcterms:created>
  <dcterms:modified xsi:type="dcterms:W3CDTF">2026-10-07T04:36:19.5460000Z</dcterms:modified>
</coreProperties>
</file>