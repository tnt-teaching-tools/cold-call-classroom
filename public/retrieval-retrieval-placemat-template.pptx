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25c99b30504414" /><Relationship Type="http://schemas.openxmlformats.org/officeDocument/2006/relationships/extended-properties" Target="/docProps/app.xml" Id="Ra666df01567f4982" /><Relationship Type="http://schemas.openxmlformats.org/officeDocument/2006/relationships/officeDocument" Target="/ppt/presentation.xml" Id="R76f825f5c1564f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32dd51dcdf4bb3"/>
  </p:sldMasterIdLst>
  <p:notesMasterIdLst>
    <p:notesMasterId xmlns:r="http://schemas.openxmlformats.org/officeDocument/2006/relationships" r:id="Rf6d88eeb61444168"/>
  </p:notesMasterIdLst>
  <p:sldIdLst>
    <p:sldId xmlns:r="http://schemas.openxmlformats.org/officeDocument/2006/relationships" id="256" r:id="R19a540785ae54c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187f8383364bf9" /><Relationship Type="http://schemas.openxmlformats.org/officeDocument/2006/relationships/slideMaster" Target="/ppt/slideMasters/slideMaster1.xml" Id="R0232dd51dcdf4bb3" /><Relationship Type="http://schemas.openxmlformats.org/officeDocument/2006/relationships/notesMaster" Target="/ppt/notesMasters/notesMaster1.xml" Id="Rf6d88eeb61444168" /><Relationship Type="http://schemas.openxmlformats.org/officeDocument/2006/relationships/presProps" Target="/ppt/presProps.xml" Id="R1ab51b22354047b1" /><Relationship Type="http://schemas.openxmlformats.org/officeDocument/2006/relationships/tableStyles" Target="/ppt/tableStyles.xml" Id="Rbc8fe5cdd67c4dc8" /><Relationship Type="http://schemas.openxmlformats.org/officeDocument/2006/relationships/slide" Target="/ppt/slides/slide1.xml" Id="R19a540785ae54c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ebd9ae23d340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302b4b8f334ac0" /><Relationship Type="http://schemas.openxmlformats.org/officeDocument/2006/relationships/notesMaster" Target="/ppt/notesMasters/notesMaster1.xml" Id="R60633d0553c447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setup: Replace bracketed text before teaching. Every text box is editable. Duplicate the slide for checked answers or a second prompt. Keep prompt and answer sides separate when printing cards.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Activity: Retrieval placemat</a:t>
            </a:r>
          </a:p>
          <a:p xmlns:a="http://schemas.openxmlformats.org/drawingml/2006/main">
            <a:r>
              <a:t>Materials: Paper divided into individual spaces and a centre</a:t>
            </a:r>
          </a:p>
          <a:p xmlns:a="http://schemas.openxmlformats.org/drawingml/2006/main">
            <a:r>
              <a:t>Suggested total time including feedback: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Divide the page: Allocate a separate writing area to every group member.</a:t>
            </a:r>
          </a:p>
          <a:p xmlns:a="http://schemas.openxmlformats.org/drawingml/2006/main">
            <a:r>
              <a:t>2. Recall alone: Everyone writes independently without notes or discussion.</a:t>
            </a:r>
          </a:p>
          <a:p xmlns:a="http://schemas.openxmlformats.org/drawingml/2006/main">
            <a:r>
              <a:t>3. Compare ideas: Take turns explaining recall, and put agreed ideas in the centre.</a:t>
            </a:r>
          </a:p>
          <a:p xmlns:a="http://schemas.openxmlformats.org/drawingml/2006/main">
            <a:r>
              <a:t>4. Check and retry: Verify the shared response; each learner recalls a corrected idea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Check: A group answer can hide individual gaps. Keep each learner’s initial response visible.</a:t>
            </a:r>
          </a:p>
          <a:p xmlns:a="http://schemas.openxmlformats.org/drawingml/2006/main">
            <a:r>
              <a:t>Adapt: Use pairs or separate sheets if shared paper is awkward; assign speaking turns.</a:t>
            </a:r>
          </a:p>
          <a:p xmlns:a="http://schemas.openxmlformats.org/drawingml/2006/main">
            <a:r>
              <a:t>Credit: Shared placemat structure; TNT retrieval adaptation</a:t>
            </a:r>
          </a:p>
          <a:p xmlns:a="http://schemas.openxmlformats.org/drawingml/2006/main">
            <a:r>
              <a:t>Placemat is a widely used cooperative structure. No sole originator is verified here; this guide adds an individual memory-first stage.</a:t>
            </a:r>
          </a:p>
          <a:p xmlns:a="http://schemas.openxmlformats.org/drawingml/2006/main">
            <a:r>
              <a:t>Source: https://pdf.retrievalpractice.org/RetrievalPracticeGuide.pdf</a:t>
            </a:r>
          </a:p>
          <a:p xmlns:a="http://schemas.openxmlformats.org/drawingml/2006/main">
            <a:r>
              <a:t>Full guide: https://tnt-teaching-tools.github.io/cold-call-classroom/retrieval-retrieval-placemat.html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19db346c0447a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f0b2c3830d4ab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1b05298318492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7ba0360dd14f3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e0742ec1144ce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28811615a141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06E57DD-42AB-4582-A9B3-26BA8174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F879CF7-343B-40AA-A1AD-0D69733548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6FC3EF6-9173-4903-85B5-3211A0F0BB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22B9FFA-DC31-40E1-825D-E3CC236E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B9E375A-0DD1-479B-9D0B-CD9C5681CE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02B71A5-4E7F-4654-A4DF-49DBA39B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3F246D2-298D-4D4D-B08C-6D024C7141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9020E61-D1A1-40BF-A000-41103604E9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7112373-FFBC-4E1C-8AE4-8305AE5B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CC1CFA7-D1CB-4A56-BF03-E7B3F53EAE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3588B07-1436-4707-93F7-CB589A0599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F28DEF0-AADF-4DD3-919B-B7FF90FB040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BC1A738-1161-4331-9450-7E0BDE11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6338058-70AE-447F-8FCC-E66A037FE3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05A045F-3378-4A9A-9D51-804EF02F99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dbc45fca5343c7" /><Relationship Type="http://schemas.openxmlformats.org/officeDocument/2006/relationships/slideLayout" Target="/ppt/slideLayouts/slideLayout1.xml" Id="R662a9847c5f2421c" /><Relationship Type="http://schemas.openxmlformats.org/officeDocument/2006/relationships/slideLayout" Target="/ppt/slideLayouts/slideLayout2.xml" Id="Rca3490ebd2344f0c" /><Relationship Type="http://schemas.openxmlformats.org/officeDocument/2006/relationships/slideLayout" Target="/ppt/slideLayouts/slideLayout3.xml" Id="Rb96f9ec0bc064568" /><Relationship Type="http://schemas.openxmlformats.org/officeDocument/2006/relationships/slideLayout" Target="/ppt/slideLayouts/slideLayout4.xml" Id="R99c362f43bbd47b6" /><Relationship Type="http://schemas.openxmlformats.org/officeDocument/2006/relationships/slideLayout" Target="/ppt/slideLayouts/slideLayout5.xml" Id="Rf4bc0f87fe0e433d" /><Relationship Type="http://schemas.openxmlformats.org/officeDocument/2006/relationships/slideLayout" Target="/ppt/slideLayouts/slideLayout6.xml" Id="R60a7329600044f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2a9847c5f2421c"/>
    <p:sldLayoutId xmlns:r="http://schemas.openxmlformats.org/officeDocument/2006/relationships" id="2147483650" r:id="Rca3490ebd2344f0c"/>
    <p:sldLayoutId xmlns:r="http://schemas.openxmlformats.org/officeDocument/2006/relationships" id="2147483651" r:id="Rb96f9ec0bc064568"/>
    <p:sldLayoutId xmlns:r="http://schemas.openxmlformats.org/officeDocument/2006/relationships" id="2147483652" r:id="R99c362f43bbd47b6"/>
    <p:sldLayoutId xmlns:r="http://schemas.openxmlformats.org/officeDocument/2006/relationships" id="2147483653" r:id="Rf4bc0f87fe0e433d"/>
    <p:sldLayoutId xmlns:r="http://schemas.openxmlformats.org/officeDocument/2006/relationships" id="2147483654" r:id="R60a7329600044f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f310ca860546cf" /><Relationship Type="http://schemas.openxmlformats.org/officeDocument/2006/relationships/notesSlide" Target="/ppt/notesSlides/notesSlide1.xml" Id="R059ad1cb872543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3E6812-13CD-4A67-A36C-C159468A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42720"/>
                </a:solidFill>
                <a:latin typeface="Arial"/>
                <a:ea typeface="Arial"/>
                <a:cs typeface="Arial"/>
              </a:rPr>
              <a:t>Retrieval placemat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58A4C5-9B30-4F02-9792-1D43D6FB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42720"/>
                </a:solidFill>
                <a:latin typeface="Arial"/>
                <a:ea typeface="Arial"/>
                <a:cs typeface="Arial"/>
              </a:rPr>
              <a:t>[Add your topic or retrieval focus]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E1A3C-2907-44BC-9109-241B222D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853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534A"/>
                </a:solidFill>
                <a:latin typeface="Arial"/>
                <a:ea typeface="Arial"/>
                <a:cs typeface="Arial"/>
              </a:rPr>
              <a:t>Recall independently first. Check and improve after feedback.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999FEB-4C86-4D2E-B68D-BC07DB44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4006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Learner 1</a:t>
            </a:r>
          </a:p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Independent recall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7921F1-9945-422E-86A4-40BC2CDF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190750"/>
            <a:ext cx="54006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Learner 2</a:t>
            </a:r>
          </a:p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Independent recall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D09B1D-D129-45A2-B0D9-D3F034D6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54006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Learner 3</a:t>
            </a:r>
          </a:p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Independent recall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8CA6A1-5A90-4E71-84ED-E51C1847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657600"/>
            <a:ext cx="54006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Learner 4</a:t>
            </a:r>
          </a:p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Independent recall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5F1E0A-6A98-427C-A3E2-5A674311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Shared ideas after discussion: [Add your instructions]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551DDD-64BC-452A-BAE8-9DC4020D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853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534A"/>
                </a:solidFill>
                <a:latin typeface="Arial"/>
                <a:ea typeface="Arial"/>
                <a:cs typeface="Arial"/>
              </a:rPr>
              <a:t>Time: [Add minutes]     Check: [Add your feedback routine]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54C172-3F32-40E3-85E9-434255EF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67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75C"/>
                </a:solidFill>
                <a:latin typeface="Arial"/>
                <a:ea typeface="Arial"/>
                <a:cs typeface="Arial"/>
              </a:rPr>
              <a:t>TNT Teaching Tools   Editable classroom template   Source and teacher guidance in speaker notes</a:t>
            </a:r>
          </a:p>
        </p:txBody>
      </p:sp>
    </p:spTree>
    <p:extLst>
      <p:ext uri="{BB962C8B-B14F-4D97-AF65-F5344CB8AC3E}">
        <p14:creationId xmlns:p14="http://schemas.microsoft.com/office/powerpoint/2010/main" val="20515726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2026-10-07T03:43:21.5620000Z</dcterms:created>
  <dcterms:modified xsi:type="dcterms:W3CDTF">2026-10-07T03:43:21.5620000Z</dcterms:modified>
</coreProperties>
</file>