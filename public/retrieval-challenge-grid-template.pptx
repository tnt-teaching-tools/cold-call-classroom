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a632c1491294f4d" /><Relationship Type="http://schemas.openxmlformats.org/officeDocument/2006/relationships/extended-properties" Target="/docProps/app.xml" Id="Rf02dde185b0f44d9" /><Relationship Type="http://schemas.openxmlformats.org/officeDocument/2006/relationships/officeDocument" Target="/ppt/presentation.xml" Id="R879ddffbb4534a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36bc12be754355"/>
  </p:sldMasterIdLst>
  <p:notesMasterIdLst>
    <p:notesMasterId xmlns:r="http://schemas.openxmlformats.org/officeDocument/2006/relationships" r:id="R31e9517f4e1e4d4d"/>
  </p:notesMasterIdLst>
  <p:sldIdLst>
    <p:sldId xmlns:r="http://schemas.openxmlformats.org/officeDocument/2006/relationships" id="256" r:id="Rd2ac35f1e310498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5dac09bab54209" /><Relationship Type="http://schemas.openxmlformats.org/officeDocument/2006/relationships/slideMaster" Target="/ppt/slideMasters/slideMaster1.xml" Id="R4736bc12be754355" /><Relationship Type="http://schemas.openxmlformats.org/officeDocument/2006/relationships/notesMaster" Target="/ppt/notesMasters/notesMaster1.xml" Id="R31e9517f4e1e4d4d" /><Relationship Type="http://schemas.openxmlformats.org/officeDocument/2006/relationships/presProps" Target="/ppt/presProps.xml" Id="R020005f112b041c9" /><Relationship Type="http://schemas.openxmlformats.org/officeDocument/2006/relationships/tableStyles" Target="/ppt/tableStyles.xml" Id="R563303e953dc43c9" /><Relationship Type="http://schemas.openxmlformats.org/officeDocument/2006/relationships/slide" Target="/ppt/slides/slide1.xml" Id="Rd2ac35f1e310498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5a138a26b1483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1edaf8873e4ba2" /><Relationship Type="http://schemas.openxmlformats.org/officeDocument/2006/relationships/notesMaster" Target="/ppt/notesMasters/notesMaster1.xml" Id="R61c842a711bb47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All text and shapes are editable. Duplicate the slide for answers or another prompt. For card activities, separate prompt and answer sides before printing.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Materials: A small teacher-made grid and checked answers</a:t>
            </a:r>
          </a:p>
          <a:p xmlns:a="http://schemas.openxmlformats.org/drawingml/2006/main">
            <a:r>
              <a:t>Suggested time including feedback: 8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Prepare the grid: Include prompts from last lesson, last week and earlier learning.</a:t>
            </a:r>
          </a:p>
          <a:p xmlns:a="http://schemas.openxmlformats.org/drawingml/2006/main">
            <a:r>
              <a:t>2. Choose coverage: Require at least one response from each time category.</a:t>
            </a:r>
          </a:p>
          <a:p xmlns:a="http://schemas.openxmlformats.org/drawingml/2006/main">
            <a:r>
              <a:t>3. Retrieve: Everyone answers independently before opening notes.</a:t>
            </a:r>
          </a:p>
          <a:p xmlns:a="http://schemas.openxmlformats.org/drawingml/2006/main">
            <a:r>
              <a:t>4. Check gaps: Review answers and correct missing or inaccurate knowledge.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Age of content is not a reliable measure of difficulty. Points should never replace checking understanding.</a:t>
            </a:r>
          </a:p>
          <a:p xmlns:a="http://schemas.openxmlformats.org/drawingml/2006/main">
            <a:r>
              <a:t>Adapt: Use fewer cells or oral responses; label categories so colour is never the only cue.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536703172f47d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80920e63814f9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5dd66629484f1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a1f77f8ba74ec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e8413ae0c54ed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84de9ef91e44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768A53F-F1C6-4E74-A9F8-83154C9D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D768073-125D-46DC-9818-908C01EBB5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AFE8011B-8AE2-4D8E-9D9A-1CB76CCDE9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7E95F3A-FD7E-484A-87E8-845BD5C0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B2163C1-F14E-439D-A570-3CF6AF1CA6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D5AFCE86-493F-462B-92D8-82648CF04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D7D585A-D278-461A-B082-31426EF1D7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E00C41E-B6A2-4DCE-9967-A75A9333AB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DB440F4C-38D8-4C51-A75E-C99AC22E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7381F62-6CE9-46A2-8EA2-C545B18889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CB5916B-AD20-4FA3-8F7D-3005557D26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1FC1509-396E-4225-8AC8-D489C2FA98F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A3C12444-8190-4F56-9F51-8A780B4C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A5C81C9-A672-4F72-B926-3F62FDB6EB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45C90A0-983D-4570-87C4-D9883A5B99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b6b27f49af4732" /><Relationship Type="http://schemas.openxmlformats.org/officeDocument/2006/relationships/slideLayout" Target="/ppt/slideLayouts/slideLayout1.xml" Id="R1a4d919195544d79" /><Relationship Type="http://schemas.openxmlformats.org/officeDocument/2006/relationships/slideLayout" Target="/ppt/slideLayouts/slideLayout2.xml" Id="Ra89de61b6c0b407e" /><Relationship Type="http://schemas.openxmlformats.org/officeDocument/2006/relationships/slideLayout" Target="/ppt/slideLayouts/slideLayout3.xml" Id="Rfd6ce27a52ac4f40" /><Relationship Type="http://schemas.openxmlformats.org/officeDocument/2006/relationships/slideLayout" Target="/ppt/slideLayouts/slideLayout4.xml" Id="R49b415a5eb1542b3" /><Relationship Type="http://schemas.openxmlformats.org/officeDocument/2006/relationships/slideLayout" Target="/ppt/slideLayouts/slideLayout5.xml" Id="R57fdb8eb8ff343a0" /><Relationship Type="http://schemas.openxmlformats.org/officeDocument/2006/relationships/slideLayout" Target="/ppt/slideLayouts/slideLayout6.xml" Id="R7aa4cf4ce5c241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4d919195544d79"/>
    <p:sldLayoutId xmlns:r="http://schemas.openxmlformats.org/officeDocument/2006/relationships" id="2147483650" r:id="Ra89de61b6c0b407e"/>
    <p:sldLayoutId xmlns:r="http://schemas.openxmlformats.org/officeDocument/2006/relationships" id="2147483651" r:id="Rfd6ce27a52ac4f40"/>
    <p:sldLayoutId xmlns:r="http://schemas.openxmlformats.org/officeDocument/2006/relationships" id="2147483652" r:id="R49b415a5eb1542b3"/>
    <p:sldLayoutId xmlns:r="http://schemas.openxmlformats.org/officeDocument/2006/relationships" id="2147483653" r:id="R57fdb8eb8ff343a0"/>
    <p:sldLayoutId xmlns:r="http://schemas.openxmlformats.org/officeDocument/2006/relationships" id="2147483654" r:id="R7aa4cf4ce5c241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54a32c9e414924" /><Relationship Type="http://schemas.openxmlformats.org/officeDocument/2006/relationships/notesSlide" Target="/ppt/notesSlides/notesSlide1.xml" Id="R2c9ffe8bc44e41f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D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9EBCDD-5585-4834-AD67-226059DF6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Retrieval challenge grid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44859C-35EA-4931-8886-F46A240E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858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7431F-6AA0-4F51-A2EB-01AB6CC1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04CFFF-4C5D-4B60-B518-E76E19E5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  Recall from 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7293A7-BBE6-479B-B34C-69C78BF8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28800"/>
            <a:ext cx="504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57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  Check and improve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DF5F07-BE02-4415-9C70-CB9BFDCA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6ED273-F73F-496D-B76B-ED675BD8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10D23A-DB53-4B2D-ADC8-01B10405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CF306E-83C4-4671-ABF8-50E9BCCC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6697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Last lesson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B70DE-A642-44AA-8AEA-A1934EC3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8740A1-0534-4588-81A9-7E0E4C92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24790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24A529-03F8-4624-A61C-74FE9140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DDB28F-55DF-4F70-AD81-49B06A364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602A45-578C-414D-901F-51B70F43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46697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Last week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ACD73E-1DFC-401F-AA94-D30551DF8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9085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E870F7-7D48-4F8C-A6B2-964C47C14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4790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66F0DD-FDCD-4D65-AF43-B0D09584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193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B0C339-1BF4-495C-87DA-7B5A94DF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8602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E3A553-6189-4566-92C3-A5551CD3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46697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Earlier learning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12711C-2662-4956-9190-0CDB2E0A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F2C80F-1FD4-41E2-8F6A-1809347F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955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FCC030-87CC-406E-BDC7-B274F5AC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49F024-CB00-4BAC-9328-309A2718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8A5D35-0D04-4FB5-B305-2F6C08A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3862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Last lesson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0F0702-A163-4403-879E-D577EDDA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6250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FB076D-641F-470C-AFF9-EE349ADD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1955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2F5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72EBAC-5BD5-47BA-BFB6-FBF8B342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004AEE-E385-479D-A944-7CABB839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276BF9-FF12-4DF5-885E-ADEC9504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23862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Last week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12EA4D-6298-49CB-AFB5-FF203756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6250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E518A04-78A3-48E1-8EAF-6EA10D46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019550"/>
            <a:ext cx="354330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EC"/>
          </a:solidFill>
          <a:ln xmlns:a="http://schemas.openxmlformats.org/drawingml/2006/main" w="9525">
            <a:solidFill>
              <a:srgbClr val="D4DFDB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8B8341-9FCE-4444-BB2F-27B50558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91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645F53-5B40-488F-BDAC-83C5924E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576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1A6A67-E1EF-42F6-95F7-10BF0B7B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238625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263C3A"/>
                </a:solidFill>
                <a:latin typeface="DejaVu Sans"/>
                <a:ea typeface="DejaVu Sans"/>
                <a:cs typeface="DejaVu Sans"/>
              </a:rPr>
              <a:t>Earlier learning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26BC75A-C529-4806-9360-1CF84F92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762500"/>
            <a:ext cx="31242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[Your prompt]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AFB262-B2F5-45AF-B8F2-AF3B6EC04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BDB7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BD25A0-93E9-4ADD-A0A0-CD516C95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Time: [Minutes]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CC2E807-34A1-44A2-8609-91444207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191250"/>
            <a:ext cx="729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687572"/>
                </a:solidFill>
                <a:latin typeface="DejaVu Sans"/>
                <a:ea typeface="DejaVu Sans"/>
                <a:cs typeface="DejaVu Sans"/>
              </a:rPr>
              <a:t>Feedback: [Your checking routine]</a:t>
            </a:r>
          </a:p>
        </p:txBody>
      </p:sp>
    </p:spTree>
    <p:extLst>
      <p:ext uri="{BB962C8B-B14F-4D97-AF65-F5344CB8AC3E}">
        <p14:creationId xmlns:p14="http://schemas.microsoft.com/office/powerpoint/2010/main" val="7034676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2026-10-07T04:36:01.5600000Z</dcterms:created>
  <dcterms:modified xsi:type="dcterms:W3CDTF">2026-10-07T04:36:01.5600000Z</dcterms:modified>
</coreProperties>
</file>