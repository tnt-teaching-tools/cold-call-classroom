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72c4002ae49b2" /><Relationship Type="http://schemas.openxmlformats.org/officeDocument/2006/relationships/extended-properties" Target="/docProps/app.xml" Id="R8e2a60aae52649b3" /><Relationship Type="http://schemas.openxmlformats.org/officeDocument/2006/relationships/officeDocument" Target="/ppt/presentation.xml" Id="R6d6f70e5ca3e45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bb3fac3cf4096"/>
  </p:sldMasterIdLst>
  <p:notesMasterIdLst>
    <p:notesMasterId xmlns:r="http://schemas.openxmlformats.org/officeDocument/2006/relationships" r:id="R49c0ca1f444d49f1"/>
  </p:notesMasterIdLst>
  <p:sldIdLst>
    <p:sldId xmlns:r="http://schemas.openxmlformats.org/officeDocument/2006/relationships" id="256" r:id="Re032fc48c45948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ff07fbcb64616" /><Relationship Type="http://schemas.openxmlformats.org/officeDocument/2006/relationships/slideMaster" Target="/ppt/slideMasters/slideMaster1.xml" Id="Rbd3bb3fac3cf4096" /><Relationship Type="http://schemas.openxmlformats.org/officeDocument/2006/relationships/notesMaster" Target="/ppt/notesMasters/notesMaster1.xml" Id="R49c0ca1f444d49f1" /><Relationship Type="http://schemas.openxmlformats.org/officeDocument/2006/relationships/presProps" Target="/ppt/presProps.xml" Id="R30e33918e6504dee" /><Relationship Type="http://schemas.openxmlformats.org/officeDocument/2006/relationships/tableStyles" Target="/ppt/tableStyles.xml" Id="Rb512603baf5f4b48" /><Relationship Type="http://schemas.openxmlformats.org/officeDocument/2006/relationships/slide" Target="/ppt/slides/slide1.xml" Id="Re032fc48c459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8dfe3fbd8146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9775a9e1cd4d53" /><Relationship Type="http://schemas.openxmlformats.org/officeDocument/2006/relationships/notesMaster" Target="/ppt/notesMasters/notesMaster1.xml" Id="R4a7ff8be4dae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Two things</a:t>
            </a:r>
          </a:p>
          <a:p xmlns:a="http://schemas.openxmlformats.org/drawingml/2006/main">
            <a:r>
              <a:t>Materials: Paper or mini whiteboards</a:t>
            </a:r>
          </a:p>
          <a:p xmlns:a="http://schemas.openxmlformats.org/drawingml/2006/main">
            <a:r>
              <a:t>Suggested total time including feedback: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Choose the focus: Identify a taught idea from an earlier lesson.</a:t>
            </a:r>
          </a:p>
          <a:p xmlns:a="http://schemas.openxmlformats.org/drawingml/2006/main">
            <a:r>
              <a:t>2. Recall two: Each student independently records two accurate details without notes.</a:t>
            </a:r>
          </a:p>
          <a:p xmlns:a="http://schemas.openxmlformats.org/drawingml/2006/main">
            <a:r>
              <a:t>3. Share one: Partners explain one detail each, without simply copying.</a:t>
            </a:r>
          </a:p>
          <a:p xmlns:a="http://schemas.openxmlformats.org/drawingml/2006/main">
            <a:r>
              <a:t>4. Verify: Sample responses, clarify errors and ask for a corrected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question about what students want to learn is reflection, not retrieval. Ask for knowledge they have already encountered.</a:t>
            </a:r>
          </a:p>
          <a:p xmlns:a="http://schemas.openxmlformats.org/drawingml/2006/main">
            <a:r>
              <a:t>Adapt: Ask for two steps, two examples or two connections; give additional thinking time where needed.</a:t>
            </a:r>
          </a:p>
          <a:p xmlns:a="http://schemas.openxmlformats.org/drawingml/2006/main">
            <a:r>
              <a:t>Credit: Pooja K. Agarwal — named classroom strategy</a:t>
            </a:r>
          </a:p>
          <a:p xmlns:a="http://schemas.openxmlformats.org/drawingml/2006/main">
            <a:r>
              <a:t>Agarwal shares this strategy as “Two Things”. This guide adds a teacher check and a later revisit.</a:t>
            </a:r>
          </a:p>
          <a:p xmlns:a="http://schemas.openxmlformats.org/drawingml/2006/main">
            <a:r>
              <a:t>Source: https://www.retrievalpractice.org/strategies/2018/two-things</a:t>
            </a:r>
          </a:p>
          <a:p xmlns:a="http://schemas.openxmlformats.org/drawingml/2006/main">
            <a:r>
              <a:t>Full guide: https://tnt-teaching-tools.github.io/cold-call-classroom/retrieval-two-things.html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7b6f009c444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9516a2ff546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bbf1e82c544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3c169ed544e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40c61dd3a44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1de74d423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FCDC0EB-943C-4FD5-A4E8-97D5453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7346C3-7E05-47F3-A1AC-0BFC7E930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FEC6C69-8ED9-48F4-916E-F5B7F2E502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F939668-09BD-469B-A5F0-11C936F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53440E-B457-42AA-BB77-E7B9C9BA6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FC43C7-C3CE-43D8-B01C-99363092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233A59-0419-44F1-9E58-B3E1E7EC0E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A08455E-A4A8-4C4D-B2A2-B4D9F9882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C10D2A-A6FE-43DA-98AF-A8053A6F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B6FDF9-300B-43A6-A6E0-D454DF76A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81211F-B77B-4A38-8E1C-70E420F68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135ABC-4958-42C8-B4B4-864287E1A0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544F2FF-58AE-4202-8263-1387E8B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1A8F3F-5E23-47FF-A5A1-9C8DF81A1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707CD6-45B1-44A8-B510-190F26E2F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efe488a2d4f75" /><Relationship Type="http://schemas.openxmlformats.org/officeDocument/2006/relationships/slideLayout" Target="/ppt/slideLayouts/slideLayout1.xml" Id="Rd35cd1dbd9074c2c" /><Relationship Type="http://schemas.openxmlformats.org/officeDocument/2006/relationships/slideLayout" Target="/ppt/slideLayouts/slideLayout2.xml" Id="R34a2452cc0604838" /><Relationship Type="http://schemas.openxmlformats.org/officeDocument/2006/relationships/slideLayout" Target="/ppt/slideLayouts/slideLayout3.xml" Id="R35a82177c8ca4f51" /><Relationship Type="http://schemas.openxmlformats.org/officeDocument/2006/relationships/slideLayout" Target="/ppt/slideLayouts/slideLayout4.xml" Id="R358d96b762594b36" /><Relationship Type="http://schemas.openxmlformats.org/officeDocument/2006/relationships/slideLayout" Target="/ppt/slideLayouts/slideLayout5.xml" Id="R501ca4698be044bb" /><Relationship Type="http://schemas.openxmlformats.org/officeDocument/2006/relationships/slideLayout" Target="/ppt/slideLayouts/slideLayout6.xml" Id="R0078fa4ca3c2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cd1dbd9074c2c"/>
    <p:sldLayoutId xmlns:r="http://schemas.openxmlformats.org/officeDocument/2006/relationships" id="2147483650" r:id="R34a2452cc0604838"/>
    <p:sldLayoutId xmlns:r="http://schemas.openxmlformats.org/officeDocument/2006/relationships" id="2147483651" r:id="R35a82177c8ca4f51"/>
    <p:sldLayoutId xmlns:r="http://schemas.openxmlformats.org/officeDocument/2006/relationships" id="2147483652" r:id="R358d96b762594b36"/>
    <p:sldLayoutId xmlns:r="http://schemas.openxmlformats.org/officeDocument/2006/relationships" id="2147483653" r:id="R501ca4698be044bb"/>
    <p:sldLayoutId xmlns:r="http://schemas.openxmlformats.org/officeDocument/2006/relationships" id="2147483654" r:id="R0078fa4ca3c2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78fb63d2741fa" /><Relationship Type="http://schemas.openxmlformats.org/officeDocument/2006/relationships/notesSlide" Target="/ppt/notesSlides/notesSlide1.xml" Id="Rf41df4cf2e2645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CB669-7337-40C1-8FA3-3CEB2323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Two things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999F9-B1F5-4946-A914-234F4037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9A429-4981-450A-8E27-185D252A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81261-DDEC-4ED5-9832-E3F71A0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First thing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focus]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8E178-0B32-472D-AAE4-134C6512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Second thing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focus]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58D45-FCE3-4CE2-8838-FD010D7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D72A3-B7E7-4623-B22A-9CC4C7A0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809284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2026-10-07T03:42:58.6520000Z</dcterms:created>
  <dcterms:modified xsi:type="dcterms:W3CDTF">2026-10-07T03:42:58.6520000Z</dcterms:modified>
</coreProperties>
</file>