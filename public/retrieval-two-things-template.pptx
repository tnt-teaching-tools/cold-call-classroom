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93187845bb41a2" /><Relationship Type="http://schemas.openxmlformats.org/officeDocument/2006/relationships/extended-properties" Target="/docProps/app.xml" Id="Rce6ef5f068fc4983" /><Relationship Type="http://schemas.openxmlformats.org/officeDocument/2006/relationships/officeDocument" Target="/ppt/presentation.xml" Id="Rc4d0209fd28049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38a832a1b64416"/>
  </p:sldMasterIdLst>
  <p:notesMasterIdLst>
    <p:notesMasterId xmlns:r="http://schemas.openxmlformats.org/officeDocument/2006/relationships" r:id="R901bfbae74424921"/>
  </p:notesMasterIdLst>
  <p:sldIdLst>
    <p:sldId xmlns:r="http://schemas.openxmlformats.org/officeDocument/2006/relationships" id="256" r:id="R8e988988da0744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76b4c07ed44fbb" /><Relationship Type="http://schemas.openxmlformats.org/officeDocument/2006/relationships/slideMaster" Target="/ppt/slideMasters/slideMaster1.xml" Id="R3438a832a1b64416" /><Relationship Type="http://schemas.openxmlformats.org/officeDocument/2006/relationships/notesMaster" Target="/ppt/notesMasters/notesMaster1.xml" Id="R901bfbae74424921" /><Relationship Type="http://schemas.openxmlformats.org/officeDocument/2006/relationships/presProps" Target="/ppt/presProps.xml" Id="Rd1eab70687a34849" /><Relationship Type="http://schemas.openxmlformats.org/officeDocument/2006/relationships/tableStyles" Target="/ppt/tableStyles.xml" Id="R41c651d92dbe4220" /><Relationship Type="http://schemas.openxmlformats.org/officeDocument/2006/relationships/slide" Target="/ppt/slides/slide1.xml" Id="R8e988988da0744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d9f33a67cb42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ca47ab67d149e5" /><Relationship Type="http://schemas.openxmlformats.org/officeDocument/2006/relationships/notesMaster" Target="/ppt/notesMasters/notesMaster1.xml" Id="R97c5a0cfe2f742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time including feedback: 3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Choose the focus: Identify a taught idea from an earlier lesson.</a:t>
            </a:r>
          </a:p>
          <a:p xmlns:a="http://schemas.openxmlformats.org/drawingml/2006/main">
            <a:r>
              <a:t>2. Recall two: Each student independently records two accurate details without notes.</a:t>
            </a:r>
          </a:p>
          <a:p xmlns:a="http://schemas.openxmlformats.org/drawingml/2006/main">
            <a:r>
              <a:t>3. Share one: Partners explain one detail each, without simply copying.</a:t>
            </a:r>
          </a:p>
          <a:p xmlns:a="http://schemas.openxmlformats.org/drawingml/2006/main">
            <a:r>
              <a:t>4. Verify: Sample responses, clarify errors and ask for a corrected statement.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question about what students want to learn is reflection, not retrieval. Ask for knowledge they have already encountered.</a:t>
            </a:r>
          </a:p>
          <a:p xmlns:a="http://schemas.openxmlformats.org/drawingml/2006/main">
            <a:r>
              <a:t>Adapt: Ask for two steps, two examples or two connections; give additional thinking time where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b29798f2d437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4143054974a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bb7661fab447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3b9047bd1b4c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f5a5bb62714e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a6fc3286a45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1A4664C-AC03-4400-BEE0-1CDA17CC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224EAA-0434-460C-BFE5-43EE1EBF28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F9CF71E-D6CE-4BC5-AF49-E8206A3CFE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ABF70-FC78-4835-ABE5-3F131A67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36B5810-DDD1-474E-BAD0-02CA84FA9C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F3D2C62-1D4A-4C45-9990-8C4747E5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44D46AC-FAEF-4C07-92ED-2ED7432C3C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AFDB650-D17A-428E-8CBA-1512A4662C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904D5F2-B0AC-462C-B4C2-C2850256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464F1F1-0C4D-403A-88FA-313694BF9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80B271-6144-41B4-9C81-0349A06E7D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862F81-BE2F-4775-8D2E-C925E2E334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224CE89-BEAD-4664-9B92-DD17B9EB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008C26-0A66-46DC-969A-D3A948F7DA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2CB9A1-4BC1-4C79-B309-159BE38357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221624a11b4af9" /><Relationship Type="http://schemas.openxmlformats.org/officeDocument/2006/relationships/slideLayout" Target="/ppt/slideLayouts/slideLayout1.xml" Id="R00e6c2bfa788462d" /><Relationship Type="http://schemas.openxmlformats.org/officeDocument/2006/relationships/slideLayout" Target="/ppt/slideLayouts/slideLayout2.xml" Id="Re7254363931d4fe3" /><Relationship Type="http://schemas.openxmlformats.org/officeDocument/2006/relationships/slideLayout" Target="/ppt/slideLayouts/slideLayout3.xml" Id="R4a827faaf4e54914" /><Relationship Type="http://schemas.openxmlformats.org/officeDocument/2006/relationships/slideLayout" Target="/ppt/slideLayouts/slideLayout4.xml" Id="Ra196d0a982494a2f" /><Relationship Type="http://schemas.openxmlformats.org/officeDocument/2006/relationships/slideLayout" Target="/ppt/slideLayouts/slideLayout5.xml" Id="R0ccf07a5b4b34dfc" /><Relationship Type="http://schemas.openxmlformats.org/officeDocument/2006/relationships/slideLayout" Target="/ppt/slideLayouts/slideLayout6.xml" Id="Rebd54c81de8345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e6c2bfa788462d"/>
    <p:sldLayoutId xmlns:r="http://schemas.openxmlformats.org/officeDocument/2006/relationships" id="2147483650" r:id="Re7254363931d4fe3"/>
    <p:sldLayoutId xmlns:r="http://schemas.openxmlformats.org/officeDocument/2006/relationships" id="2147483651" r:id="R4a827faaf4e54914"/>
    <p:sldLayoutId xmlns:r="http://schemas.openxmlformats.org/officeDocument/2006/relationships" id="2147483652" r:id="Ra196d0a982494a2f"/>
    <p:sldLayoutId xmlns:r="http://schemas.openxmlformats.org/officeDocument/2006/relationships" id="2147483653" r:id="R0ccf07a5b4b34dfc"/>
    <p:sldLayoutId xmlns:r="http://schemas.openxmlformats.org/officeDocument/2006/relationships" id="2147483654" r:id="Rebd54c81de8345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8e9d223ecd4cd3" /><Relationship Type="http://schemas.openxmlformats.org/officeDocument/2006/relationships/notesSlide" Target="/ppt/notesSlides/notesSlide1.xml" Id="R576254019b2546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73E6A-4F94-46BD-A6B9-BF8627B7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Two things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B51DD-E7E5-47B7-A3A3-666E3F13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49F72-7552-497D-AC48-24162564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A75A6-5728-42BD-A96C-6259DF40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192F7-9AE0-4631-A264-228C6748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E170-3C14-4389-AF29-D693CF9C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F51B9-6580-4036-8C99-8CDC31F3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831B6-7177-401D-8B33-4E039EE2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C1717-379C-4B48-9CA7-82C96232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First thing I remember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ABCE8-7605-4B81-BE8F-24802DB5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focus]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5A1D2-8068-4CDD-8133-D18BC7A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D95A2-CF88-4CC8-8364-71681E08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B35568-5E5D-467D-9186-DACDAFCD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FA72B-150F-40A1-AEF3-798487BA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Second thing I remember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0259B6-A5D2-438F-A857-905A0BFE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focus]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455B3-0CC7-443E-A93C-0E9B00C1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5675B6-BDB2-4424-AD12-F04B8548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C3952D-D2D4-4ADA-9929-51231279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2233874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2026-10-07T04:35:56.7400000Z</dcterms:created>
  <dcterms:modified xsi:type="dcterms:W3CDTF">2026-10-07T04:35:56.7400000Z</dcterms:modified>
</coreProperties>
</file>