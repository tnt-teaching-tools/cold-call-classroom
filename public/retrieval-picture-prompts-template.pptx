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3b07f2a0b9466c" /><Relationship Type="http://schemas.openxmlformats.org/officeDocument/2006/relationships/extended-properties" Target="/docProps/app.xml" Id="Rd1f6d717492b4f35" /><Relationship Type="http://schemas.openxmlformats.org/officeDocument/2006/relationships/officeDocument" Target="/ppt/presentation.xml" Id="R1abdb1b7c05640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b115548558406a"/>
  </p:sldMasterIdLst>
  <p:notesMasterIdLst>
    <p:notesMasterId xmlns:r="http://schemas.openxmlformats.org/officeDocument/2006/relationships" r:id="R822ab033da714fbb"/>
  </p:notesMasterIdLst>
  <p:sldIdLst>
    <p:sldId xmlns:r="http://schemas.openxmlformats.org/officeDocument/2006/relationships" id="256" r:id="R868006a15e9c44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4d9f92288040b7" /><Relationship Type="http://schemas.openxmlformats.org/officeDocument/2006/relationships/slideMaster" Target="/ppt/slideMasters/slideMaster1.xml" Id="R94b115548558406a" /><Relationship Type="http://schemas.openxmlformats.org/officeDocument/2006/relationships/notesMaster" Target="/ppt/notesMasters/notesMaster1.xml" Id="R822ab033da714fbb" /><Relationship Type="http://schemas.openxmlformats.org/officeDocument/2006/relationships/presProps" Target="/ppt/presProps.xml" Id="R7c3d81cac2054c83" /><Relationship Type="http://schemas.openxmlformats.org/officeDocument/2006/relationships/tableStyles" Target="/ppt/tableStyles.xml" Id="Rb074f9e4a5c14ac0" /><Relationship Type="http://schemas.openxmlformats.org/officeDocument/2006/relationships/slide" Target="/ppt/slides/slide1.xml" Id="R868006a15e9c44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56865534ee4f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23bb69b5ee431a" /><Relationship Type="http://schemas.openxmlformats.org/officeDocument/2006/relationships/notesMaster" Target="/ppt/notesMasters/notesMaster1.xml" Id="R58a60e27c6f949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All text and shapes are editable. Duplicate the slide for answers or another prompt. For card activities, separate prompt and answer sides before printing.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Materials: A relevant image with answer labels hidden</a:t>
            </a:r>
          </a:p>
          <a:p xmlns:a="http://schemas.openxmlformats.org/drawingml/2006/main">
            <a:r>
              <a:t>Suggested time including feedback: 6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Choose the image: Use a diagram or photograph connected to taught material; hide answer labels.</a:t>
            </a:r>
          </a:p>
          <a:p xmlns:a="http://schemas.openxmlformats.org/drawingml/2006/main">
            <a:r>
              <a:t>2. Recall details: Students write remembered labels, steps or explanations independently.</a:t>
            </a:r>
          </a:p>
          <a:p xmlns:a="http://schemas.openxmlformats.org/drawingml/2006/main">
            <a:r>
              <a:t>3. Explain connections: Ask learners to connect the visual to the taught ideas.</a:t>
            </a:r>
          </a:p>
          <a:p xmlns:a="http://schemas.openxmlformats.org/drawingml/2006/main">
            <a:r>
              <a:t>4. Reveal and check: Show a checked explanation and correct mistakes.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An image containing all the answers can turn the task into copying. Keep the initial cue useful without revealing the target knowledge.</a:t>
            </a:r>
          </a:p>
          <a:p xmlns:a="http://schemas.openxmlformats.org/drawingml/2006/main">
            <a:r>
              <a:t>Adapt: Provide a verbal description or accessible alternative to the 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81e239702142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50d2d811ac44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6b9dd00e504c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a7f499cd8a4a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575183d07747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2285dd9b374a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36816A6-9471-45E2-9767-86CC7DDE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9CDE0CA-7FAB-45BE-BBB3-6EA1871217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DB82491-70FB-4EA4-B8ED-891B4DBD34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2E6F6AC-FA21-4400-A2F5-854C6C4F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EF78C8B-CD20-48AD-A824-213BB90A13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1FA48EF-0169-46F8-9DDF-E2FE7824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B46916C-C2F3-4D01-8633-37108EAE08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27CA6E7-4B2A-4C53-B3A4-D5956FE5A4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8338740-E645-46EC-A28F-AE2F657B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55BA0A7-45EA-4E26-83EF-66B6698EDF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687DB7-0135-4CF4-87F8-4131F5ACD9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FED5F7C-DA6B-4EDD-B0C5-A539B900BD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E3254A5-541B-49B8-BA2C-8E0A76BA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0389442-D3B3-49F3-8E27-71A5E86316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39A11A-A5F7-40F6-A280-2C6D276886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a4f4582c294d3d" /><Relationship Type="http://schemas.openxmlformats.org/officeDocument/2006/relationships/slideLayout" Target="/ppt/slideLayouts/slideLayout1.xml" Id="Re6c6f94acf7b45d1" /><Relationship Type="http://schemas.openxmlformats.org/officeDocument/2006/relationships/slideLayout" Target="/ppt/slideLayouts/slideLayout2.xml" Id="Rc636519058184ba1" /><Relationship Type="http://schemas.openxmlformats.org/officeDocument/2006/relationships/slideLayout" Target="/ppt/slideLayouts/slideLayout3.xml" Id="Rf4cc0d1c5fe04be6" /><Relationship Type="http://schemas.openxmlformats.org/officeDocument/2006/relationships/slideLayout" Target="/ppt/slideLayouts/slideLayout4.xml" Id="Rd407fc4d618b4ecb" /><Relationship Type="http://schemas.openxmlformats.org/officeDocument/2006/relationships/slideLayout" Target="/ppt/slideLayouts/slideLayout5.xml" Id="R4af79f5ec1ad4c7e" /><Relationship Type="http://schemas.openxmlformats.org/officeDocument/2006/relationships/slideLayout" Target="/ppt/slideLayouts/slideLayout6.xml" Id="Rdd077b4a33d149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c6f94acf7b45d1"/>
    <p:sldLayoutId xmlns:r="http://schemas.openxmlformats.org/officeDocument/2006/relationships" id="2147483650" r:id="Rc636519058184ba1"/>
    <p:sldLayoutId xmlns:r="http://schemas.openxmlformats.org/officeDocument/2006/relationships" id="2147483651" r:id="Rf4cc0d1c5fe04be6"/>
    <p:sldLayoutId xmlns:r="http://schemas.openxmlformats.org/officeDocument/2006/relationships" id="2147483652" r:id="Rd407fc4d618b4ecb"/>
    <p:sldLayoutId xmlns:r="http://schemas.openxmlformats.org/officeDocument/2006/relationships" id="2147483653" r:id="R4af79f5ec1ad4c7e"/>
    <p:sldLayoutId xmlns:r="http://schemas.openxmlformats.org/officeDocument/2006/relationships" id="2147483654" r:id="Rdd077b4a33d149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66fce0861c4a7e" /><Relationship Type="http://schemas.openxmlformats.org/officeDocument/2006/relationships/notesSlide" Target="/ppt/notesSlides/notesSlide1.xml" Id="Rb02ed4b3464c4e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0CEB6-1801-4701-B64E-76F7A148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Picture prompts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A3583-ADD8-4C60-BEB4-009E55E5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[Your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D1251-EB64-4A2E-B3C1-DC36C394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B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9D6B3-A6AF-48C1-AA91-FF51B1E9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01  Recall from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18356-CBEB-46B3-8FAB-18151BC5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288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02  Check and improve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07203-11C5-47A5-8BC1-8FA19AA8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40067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D4DF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E21DA-5AD3-479C-9CB7-47257349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C01EF-B202-48B7-B386-BF7324AB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860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07B58-1D31-4817-B6CF-92720F05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66975"/>
            <a:ext cx="4467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Look and recall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C6AFA-BB03-41AE-BEC9-E178E885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4981575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[Insert a familiar image]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EBEAE-EEC5-4604-BF0B-12972A81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47900"/>
            <a:ext cx="540067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C"/>
          </a:solidFill>
          <a:ln xmlns:a="http://schemas.openxmlformats.org/drawingml/2006/main" w="9525">
            <a:solidFill>
              <a:srgbClr val="D4DF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77ABA-D40F-4EB0-9527-7EDC2CB4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19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6810B-5A82-4B77-885F-8AD07570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860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8A33D-3826-44A7-A2C1-98E06C5E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466975"/>
            <a:ext cx="4467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Explain what you remember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136234-71C7-41C8-9400-3A184B0B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90850"/>
            <a:ext cx="4981575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[Your recall instructions]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CA4CE0-BBA1-4FF7-B186-1CB8DEC9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B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3DE26-5D97-4020-80AE-9BBFA02E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Time: [Minutes]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B5F8D-E0AF-436D-98DE-61040566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91250"/>
            <a:ext cx="729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Feedback: [Your checking routine]</a:t>
            </a:r>
          </a:p>
        </p:txBody>
      </p:sp>
    </p:spTree>
    <p:extLst>
      <p:ext uri="{BB962C8B-B14F-4D97-AF65-F5344CB8AC3E}">
        <p14:creationId xmlns:p14="http://schemas.microsoft.com/office/powerpoint/2010/main" val="11577395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2026-10-07T04:36:14.6890000Z</dcterms:created>
  <dcterms:modified xsi:type="dcterms:W3CDTF">2026-10-07T04:36:14.6890000Z</dcterms:modified>
</coreProperties>
</file>