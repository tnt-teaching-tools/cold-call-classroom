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a52b39c9cb4ef5" /><Relationship Type="http://schemas.openxmlformats.org/officeDocument/2006/relationships/extended-properties" Target="/docProps/app.xml" Id="Rf255304eea6c46c7" /><Relationship Type="http://schemas.openxmlformats.org/officeDocument/2006/relationships/officeDocument" Target="/ppt/presentation.xml" Id="Rb7e41eb294f047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1480239586435b"/>
  </p:sldMasterIdLst>
  <p:notesMasterIdLst>
    <p:notesMasterId xmlns:r="http://schemas.openxmlformats.org/officeDocument/2006/relationships" r:id="Rf27ea73283d94a8b"/>
  </p:notesMasterIdLst>
  <p:sldIdLst>
    <p:sldId xmlns:r="http://schemas.openxmlformats.org/officeDocument/2006/relationships" id="256" r:id="R29b75c4444254a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f2e5de458b40d8" /><Relationship Type="http://schemas.openxmlformats.org/officeDocument/2006/relationships/slideMaster" Target="/ppt/slideMasters/slideMaster1.xml" Id="Rcf1480239586435b" /><Relationship Type="http://schemas.openxmlformats.org/officeDocument/2006/relationships/notesMaster" Target="/ppt/notesMasters/notesMaster1.xml" Id="Rf27ea73283d94a8b" /><Relationship Type="http://schemas.openxmlformats.org/officeDocument/2006/relationships/presProps" Target="/ppt/presProps.xml" Id="R20b6e697a37d492d" /><Relationship Type="http://schemas.openxmlformats.org/officeDocument/2006/relationships/tableStyles" Target="/ppt/tableStyles.xml" Id="Re5050ed29812466f" /><Relationship Type="http://schemas.openxmlformats.org/officeDocument/2006/relationships/slide" Target="/ppt/slides/slide1.xml" Id="R29b75c4444254a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4eee289ffb4e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4bffde996245af" /><Relationship Type="http://schemas.openxmlformats.org/officeDocument/2006/relationships/notesMaster" Target="/ppt/notesMasters/notesMaster1.xml" Id="Rc04d6ff227e540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setup: Replace bracketed text before teaching. All text and shapes are editable. Duplicate the slide for answers or another prompt. For card activities, separate prompt and answer sides before printing.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Materials: Your own checked prompt bank or Boxer’s linked template</a:t>
            </a:r>
          </a:p>
          <a:p xmlns:a="http://schemas.openxmlformats.org/drawingml/2006/main">
            <a:r>
              <a:t>Suggested time including feedback: 7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Build your bank: Use your own taught material and keep checked answers.</a:t>
            </a:r>
          </a:p>
          <a:p xmlns:a="http://schemas.openxmlformats.org/drawingml/2006/main">
            <a:r>
              <a:t>2. Choose the range: Limit selection to content already taught, including older learning.</a:t>
            </a:r>
          </a:p>
          <a:p xmlns:a="http://schemas.openxmlformats.org/drawingml/2006/main">
            <a:r>
              <a:t>3. Retrieve together: Display a short selection; everyone attempts before feedback.</a:t>
            </a:r>
          </a:p>
          <a:p xmlns:a="http://schemas.openxmlformats.org/drawingml/2006/main">
            <a:r>
              <a:t>4. Respond to gaps: Review answers, reteach a weak idea and revisit it later.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Check: Inspect the selected prompts before using them. This page explains the approach; it does not generate questions.</a:t>
            </a:r>
          </a:p>
          <a:p xmlns:a="http://schemas.openxmlformats.org/drawingml/2006/main">
            <a:r>
              <a:t>Adapt: Start with a small bank you can maintain; select a manageable number of prompts.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14efc2952e425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88e3c425ae467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ab0b64102c46b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8b2605996641f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9aabc1738f49b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8e0f891b2845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EF22C6B-7D3A-4A9E-A0FA-4364448B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8D5FA2B-E354-4BB2-A09C-CEA88C979A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D3E80DD2-9A9C-48B3-B10A-1AC8836D42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E6F0672-49B5-4F3A-89C5-0A0FEEA8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96A357F-FA54-4BBC-ACAB-86E60480B7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76810DD-6FDA-46D3-A9C0-33C4A16D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53357CC-6018-4699-8255-BC3F73F1A6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9B4F9567-DD9E-4A46-B8DA-398EF64F97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286FCF6-518F-4BD8-99D8-0A11C73B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5F4D70A-7467-4B16-BCD2-E545D90D76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69438FC-C261-4758-959D-A6A3CD4A1B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90561D9-47CD-4C7C-A022-6E26AE1826C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7E7BD87-F046-4B25-A3A0-AD89EC5F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9D2C1AB-6898-4348-B9D1-200DA1EFC6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997E3DD-1A26-4A14-96F9-7173C8905D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584b2606c14c64" /><Relationship Type="http://schemas.openxmlformats.org/officeDocument/2006/relationships/slideLayout" Target="/ppt/slideLayouts/slideLayout1.xml" Id="R7205f4d87b5a4f79" /><Relationship Type="http://schemas.openxmlformats.org/officeDocument/2006/relationships/slideLayout" Target="/ppt/slideLayouts/slideLayout2.xml" Id="R33fea9cf31b14790" /><Relationship Type="http://schemas.openxmlformats.org/officeDocument/2006/relationships/slideLayout" Target="/ppt/slideLayouts/slideLayout3.xml" Id="Re54571d678bc4904" /><Relationship Type="http://schemas.openxmlformats.org/officeDocument/2006/relationships/slideLayout" Target="/ppt/slideLayouts/slideLayout4.xml" Id="Re6993ce20b6343d9" /><Relationship Type="http://schemas.openxmlformats.org/officeDocument/2006/relationships/slideLayout" Target="/ppt/slideLayouts/slideLayout5.xml" Id="Ra71907aaa6e74d08" /><Relationship Type="http://schemas.openxmlformats.org/officeDocument/2006/relationships/slideLayout" Target="/ppt/slideLayouts/slideLayout6.xml" Id="R97d64f2aba7642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05f4d87b5a4f79"/>
    <p:sldLayoutId xmlns:r="http://schemas.openxmlformats.org/officeDocument/2006/relationships" id="2147483650" r:id="R33fea9cf31b14790"/>
    <p:sldLayoutId xmlns:r="http://schemas.openxmlformats.org/officeDocument/2006/relationships" id="2147483651" r:id="Re54571d678bc4904"/>
    <p:sldLayoutId xmlns:r="http://schemas.openxmlformats.org/officeDocument/2006/relationships" id="2147483652" r:id="Re6993ce20b6343d9"/>
    <p:sldLayoutId xmlns:r="http://schemas.openxmlformats.org/officeDocument/2006/relationships" id="2147483653" r:id="Ra71907aaa6e74d08"/>
    <p:sldLayoutId xmlns:r="http://schemas.openxmlformats.org/officeDocument/2006/relationships" id="2147483654" r:id="R97d64f2aba7642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076ff576d6490e" /><Relationship Type="http://schemas.openxmlformats.org/officeDocument/2006/relationships/notesSlide" Target="/ppt/notesSlides/notesSlide1.xml" Id="Reaacb2cb46c543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DD96AF-2D13-4277-9B87-529443FC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63C3A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63C3A"/>
                </a:solidFill>
                <a:latin typeface="DejaVu Sans"/>
                <a:ea typeface="DejaVu Sans"/>
                <a:cs typeface="DejaVu Sans"/>
              </a:rPr>
              <a:t>Retrieval Roulette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890E68-52DA-49CD-80C3-E0F3CE88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687572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687572"/>
                </a:solidFill>
                <a:latin typeface="DejaVu Sans"/>
                <a:ea typeface="DejaVu Sans"/>
                <a:cs typeface="DejaVu Sans"/>
              </a:rPr>
              <a:t>[Your topic or retrieval focus]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1474C6-9A73-486E-A7EE-366C69F9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DB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691724-B89C-43CE-B285-46C343C1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63C3A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263C3A"/>
                </a:solidFill>
                <a:latin typeface="DejaVu Sans"/>
                <a:ea typeface="DejaVu Sans"/>
                <a:cs typeface="DejaVu Sans"/>
              </a:rPr>
              <a:t>01  Recall from memory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4057F8-D778-482E-B4E8-F05B673A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28800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63C3A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263C3A"/>
                </a:solidFill>
                <a:latin typeface="DejaVu Sans"/>
                <a:ea typeface="DejaVu Sans"/>
                <a:cs typeface="DejaVu Sans"/>
              </a:rPr>
              <a:t>02  Check and improve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99ECEE-18E6-45BA-9FEF-639610E1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540067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D4DFD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94ED36-C61A-41AF-ADC5-0DEBEC8E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25809A-96C9-45BB-A0FA-75EA57EC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860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C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63C3A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F5D30C-2146-4625-B1AA-C446EC9E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66975"/>
            <a:ext cx="4467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63C3A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263C3A"/>
                </a:solidFill>
                <a:latin typeface="DejaVu Sans"/>
                <a:ea typeface="DejaVu Sans"/>
                <a:cs typeface="DejaVu Sans"/>
              </a:rPr>
              <a:t>Prompt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5A2F61-0D5B-45AF-BE7D-A55FAE18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49815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87572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687572"/>
                </a:solidFill>
                <a:latin typeface="DejaVu Sans"/>
                <a:ea typeface="DejaVu Sans"/>
                <a:cs typeface="DejaVu Sans"/>
              </a:rPr>
              <a:t>[Your previously taught prompt]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E7CCCE-55D5-4DB4-804A-613497C3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47900"/>
            <a:ext cx="540067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C"/>
          </a:solidFill>
          <a:ln xmlns:a="http://schemas.openxmlformats.org/drawingml/2006/main" w="9525">
            <a:solidFill>
              <a:srgbClr val="D4DFD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1A2A6A-2958-4F24-9DDD-ACC29E5C6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4193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E900F2-852A-457A-9728-AFB3E095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860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C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63C3A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D4598C-7A5C-4179-A2A8-A6B597CD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466975"/>
            <a:ext cx="4467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63C3A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263C3A"/>
                </a:solidFill>
                <a:latin typeface="DejaVu Sans"/>
                <a:ea typeface="DejaVu Sans"/>
                <a:cs typeface="DejaVu Sans"/>
              </a:rPr>
              <a:t>Prompt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AFE55F-2C87-4F32-90AF-B634376E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990850"/>
            <a:ext cx="49815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87572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687572"/>
                </a:solidFill>
                <a:latin typeface="DejaVu Sans"/>
                <a:ea typeface="DejaVu Sans"/>
                <a:cs typeface="DejaVu Sans"/>
              </a:rPr>
              <a:t>[Your previously taught prompt]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AE43C7-3E35-40FB-9A42-2C116E04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540067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D4DFD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D7BC66-2550-4DB4-B0EE-8DC00915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1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C2C7D5-2A2E-45D7-8179-CF95F694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576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C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63C3A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19D20B-6817-40CA-9DD7-0133249D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38625"/>
            <a:ext cx="4467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63C3A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263C3A"/>
                </a:solidFill>
                <a:latin typeface="DejaVu Sans"/>
                <a:ea typeface="DejaVu Sans"/>
                <a:cs typeface="DejaVu Sans"/>
              </a:rPr>
              <a:t>Prompt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96863C-794F-49CD-AA5B-7B3C79AF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49815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87572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687572"/>
                </a:solidFill>
                <a:latin typeface="DejaVu Sans"/>
                <a:ea typeface="DejaVu Sans"/>
                <a:cs typeface="DejaVu Sans"/>
              </a:rPr>
              <a:t>[Your previously taught prompt]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194E0B-7EB9-4FD3-8A39-794170B6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019550"/>
            <a:ext cx="540067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C"/>
          </a:solidFill>
          <a:ln xmlns:a="http://schemas.openxmlformats.org/drawingml/2006/main" w="9525">
            <a:solidFill>
              <a:srgbClr val="D4DFD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83F1AE-5455-4CE0-882A-B66B05A0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191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155288-6E12-4E6C-9648-04298557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576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C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63C3A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E9578A-D1BC-42F5-978A-CD66F697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238625"/>
            <a:ext cx="4467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63C3A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263C3A"/>
                </a:solidFill>
                <a:latin typeface="DejaVu Sans"/>
                <a:ea typeface="DejaVu Sans"/>
                <a:cs typeface="DejaVu Sans"/>
              </a:rPr>
              <a:t>Prompt 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0FB17C-1865-45CB-8D99-C882CE40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762500"/>
            <a:ext cx="49815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87572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687572"/>
                </a:solidFill>
                <a:latin typeface="DejaVu Sans"/>
                <a:ea typeface="DejaVu Sans"/>
                <a:cs typeface="DejaVu Sans"/>
              </a:rPr>
              <a:t>[Your previously taught prompt]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C158D8-24C3-4018-AF3F-85455B25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DB7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28E88A-D082-4725-BBE0-ED1B841B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8757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87572"/>
                </a:solidFill>
                <a:latin typeface="DejaVu Sans"/>
                <a:ea typeface="DejaVu Sans"/>
                <a:cs typeface="DejaVu Sans"/>
              </a:rPr>
              <a:t>Time: [Minutes]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44718E-5B53-4A06-9FCE-053E0599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191250"/>
            <a:ext cx="7296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8757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87572"/>
                </a:solidFill>
                <a:latin typeface="DejaVu Sans"/>
                <a:ea typeface="DejaVu Sans"/>
                <a:cs typeface="DejaVu Sans"/>
              </a:rPr>
              <a:t>Feedback: [Your checking routine]</a:t>
            </a:r>
          </a:p>
        </p:txBody>
      </p:sp>
    </p:spTree>
    <p:extLst>
      <p:ext uri="{BB962C8B-B14F-4D97-AF65-F5344CB8AC3E}">
        <p14:creationId xmlns:p14="http://schemas.microsoft.com/office/powerpoint/2010/main" val="7440405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2026-10-07T04:36:05.9120000Z</dcterms:created>
  <dcterms:modified xsi:type="dcterms:W3CDTF">2026-10-07T04:36:05.9120000Z</dcterms:modified>
</coreProperties>
</file>