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7d5c558a73644be" /><Relationship Type="http://schemas.openxmlformats.org/officeDocument/2006/relationships/extended-properties" Target="/docProps/app.xml" Id="Rc5324221cda6416f" /><Relationship Type="http://schemas.openxmlformats.org/officeDocument/2006/relationships/officeDocument" Target="/ppt/presentation.xml" Id="Rbdfb914ab02b46b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b629b15bab3465c"/>
  </p:sldMasterIdLst>
  <p:notesMasterIdLst>
    <p:notesMasterId xmlns:r="http://schemas.openxmlformats.org/officeDocument/2006/relationships" r:id="R8ea100f2cb2a48c8"/>
  </p:notesMasterIdLst>
  <p:sldIdLst>
    <p:sldId xmlns:r="http://schemas.openxmlformats.org/officeDocument/2006/relationships" id="256" r:id="R91a98ee13379432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83bf00c08ae4c86" /><Relationship Type="http://schemas.openxmlformats.org/officeDocument/2006/relationships/slideMaster" Target="/ppt/slideMasters/slideMaster1.xml" Id="R7b629b15bab3465c" /><Relationship Type="http://schemas.openxmlformats.org/officeDocument/2006/relationships/notesMaster" Target="/ppt/notesMasters/notesMaster1.xml" Id="R8ea100f2cb2a48c8" /><Relationship Type="http://schemas.openxmlformats.org/officeDocument/2006/relationships/presProps" Target="/ppt/presProps.xml" Id="Rb15ffce1c894498b" /><Relationship Type="http://schemas.openxmlformats.org/officeDocument/2006/relationships/tableStyles" Target="/ppt/tableStyles.xml" Id="R14165f9046e544ea" /><Relationship Type="http://schemas.openxmlformats.org/officeDocument/2006/relationships/slide" Target="/ppt/slides/slide1.xml" Id="R91a98ee13379432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c877de2187f439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be4c2156ca44bce" /><Relationship Type="http://schemas.openxmlformats.org/officeDocument/2006/relationships/notesMaster" Target="/ppt/notesMasters/notesMaster1.xml" Id="R100630d23ef145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Every text box is editable. Duplicate the slide for checked answers or a second prompt. Keep prompt and answer sides separate when printing cards.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Activity: Retrieval Roulette</a:t>
            </a:r>
          </a:p>
          <a:p xmlns:a="http://schemas.openxmlformats.org/drawingml/2006/main">
            <a:r>
              <a:t>Materials: Your own checked prompt bank or Boxer’s linked template</a:t>
            </a:r>
          </a:p>
          <a:p xmlns:a="http://schemas.openxmlformats.org/drawingml/2006/main">
            <a:r>
              <a:t>Suggested total time including feedback: 7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Build your bank: Use your own taught material and keep checked answers.</a:t>
            </a:r>
          </a:p>
          <a:p xmlns:a="http://schemas.openxmlformats.org/drawingml/2006/main">
            <a:r>
              <a:t>2. Choose the range: Limit selection to content already taught, including older learning.</a:t>
            </a:r>
          </a:p>
          <a:p xmlns:a="http://schemas.openxmlformats.org/drawingml/2006/main">
            <a:r>
              <a:t>3. Retrieve together: Display a short selection; everyone attempts before feedback.</a:t>
            </a:r>
          </a:p>
          <a:p xmlns:a="http://schemas.openxmlformats.org/drawingml/2006/main">
            <a:r>
              <a:t>4. Respond to gaps: Review answers, reteach a weak idea and revisit it later.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Inspect the selected prompts before using them. This page explains the approach; it does not generate questions.</a:t>
            </a:r>
          </a:p>
          <a:p xmlns:a="http://schemas.openxmlformats.org/drawingml/2006/main">
            <a:r>
              <a:t>Adapt: Start with a small bank you can maintain; select a manageable number of prompts.</a:t>
            </a:r>
          </a:p>
          <a:p xmlns:a="http://schemas.openxmlformats.org/drawingml/2006/main">
            <a:r>
              <a:t>Credit: Adam Boxer — Retrieval Roulette</a:t>
            </a:r>
          </a:p>
          <a:p xmlns:a="http://schemas.openxmlformats.org/drawingml/2006/main">
            <a:r>
              <a:t>Boxer published Retrieval Roulette in 2017. His tool selects questions; the TNT activity wheel selects activity formats and is a separate feature.</a:t>
            </a:r>
          </a:p>
          <a:p xmlns:a="http://schemas.openxmlformats.org/drawingml/2006/main">
            <a:r>
              <a:t>Source: https://achemicalorthodoxy.co.uk/2017/05/04/the-retrieval-roulette/</a:t>
            </a:r>
          </a:p>
          <a:p xmlns:a="http://schemas.openxmlformats.org/drawingml/2006/main">
            <a:r>
              <a:t>Full guide: https://tnt-teaching-tools.github.io/cold-call-classroom/retrieval-retrieval-roulette.html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42d01ea759450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6196c5cfc54fa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fcfc91231a46f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3b0432f510486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a7525a81a746d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ead8d3e71a4d2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8EC70FF0-7E9A-4A9E-9F16-320D7F3F6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F890425-2AC0-4E8A-9E90-21A3ED7B78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C64D17EC-0A3E-4BE8-B478-A8E7078F54E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E2587D23-E256-4FD9-A5D6-C97E1A26F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5386A12-AABE-41C8-B9FF-B9C3D4A9E2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F73ABB2A-3CFB-4FD0-A8CB-F2B2515A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AED95CF-F54E-4A4A-AB69-B4159F6D9D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5EB5F066-BD14-44FF-AE15-3FAE7107D4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1796479F-7EDB-41B8-A2D2-400ED2A76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7F462F6-E6C1-4E53-9AE7-5DC7B40978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EDF4B12-8B79-4564-B9D7-30A247F4F2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A3E9B29-7701-40BA-9E47-961EAD8AB4D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E37148C-CD0C-4307-BD49-F9127F4DC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01C9E7A-7EC1-4455-AAB6-21DB4CEAEB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D9D3B1A-E9CE-44A6-A853-80892A49D5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6a8af148e4e427c" /><Relationship Type="http://schemas.openxmlformats.org/officeDocument/2006/relationships/slideLayout" Target="/ppt/slideLayouts/slideLayout1.xml" Id="R518416d7d8744a1e" /><Relationship Type="http://schemas.openxmlformats.org/officeDocument/2006/relationships/slideLayout" Target="/ppt/slideLayouts/slideLayout2.xml" Id="Raed169ca3a394a2d" /><Relationship Type="http://schemas.openxmlformats.org/officeDocument/2006/relationships/slideLayout" Target="/ppt/slideLayouts/slideLayout3.xml" Id="Rf6360da20c6e468e" /><Relationship Type="http://schemas.openxmlformats.org/officeDocument/2006/relationships/slideLayout" Target="/ppt/slideLayouts/slideLayout4.xml" Id="R297420f646e2492b" /><Relationship Type="http://schemas.openxmlformats.org/officeDocument/2006/relationships/slideLayout" Target="/ppt/slideLayouts/slideLayout5.xml" Id="Rc21f79078b4c4fa1" /><Relationship Type="http://schemas.openxmlformats.org/officeDocument/2006/relationships/slideLayout" Target="/ppt/slideLayouts/slideLayout6.xml" Id="R9ec3d83a8e7244d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8416d7d8744a1e"/>
    <p:sldLayoutId xmlns:r="http://schemas.openxmlformats.org/officeDocument/2006/relationships" id="2147483650" r:id="Raed169ca3a394a2d"/>
    <p:sldLayoutId xmlns:r="http://schemas.openxmlformats.org/officeDocument/2006/relationships" id="2147483651" r:id="Rf6360da20c6e468e"/>
    <p:sldLayoutId xmlns:r="http://schemas.openxmlformats.org/officeDocument/2006/relationships" id="2147483652" r:id="R297420f646e2492b"/>
    <p:sldLayoutId xmlns:r="http://schemas.openxmlformats.org/officeDocument/2006/relationships" id="2147483653" r:id="Rc21f79078b4c4fa1"/>
    <p:sldLayoutId xmlns:r="http://schemas.openxmlformats.org/officeDocument/2006/relationships" id="2147483654" r:id="R9ec3d83a8e7244d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e7583236a14399" /><Relationship Type="http://schemas.openxmlformats.org/officeDocument/2006/relationships/notesSlide" Target="/ppt/notesSlides/notesSlide1.xml" Id="R3f3faa6f61f044c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C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D57B22-DE74-49A0-9E60-E63F68017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24272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242720"/>
                </a:solidFill>
                <a:latin typeface="Arial"/>
                <a:ea typeface="Arial"/>
                <a:cs typeface="Arial"/>
              </a:rPr>
              <a:t>Retrieval Roulette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1CE777-2956-4E8A-B9AD-8C501A1E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9062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4272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42720"/>
                </a:solidFill>
                <a:latin typeface="Arial"/>
                <a:ea typeface="Arial"/>
                <a:cs typeface="Arial"/>
              </a:rPr>
              <a:t>[Add 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057BAC-B085-4954-B908-E65955772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853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8534A"/>
                </a:solidFill>
                <a:latin typeface="Arial"/>
                <a:ea typeface="Arial"/>
                <a:cs typeface="Arial"/>
              </a:rPr>
              <a:t>Recall independently first. Check and improve after feedback.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5D171E-B20B-4D0F-8F02-E737FB547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5400675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0C4"/>
            </a:solidFill>
          </a:ln>
        </p:spPr>
        <p:txBody>
          <a:bodyPr xmlns:a="http://schemas.openxmlformats.org/drawingml/2006/main" lIns="142875" tIns="114300" rIns="142875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4247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2473D"/>
                </a:solidFill>
                <a:latin typeface="Arial"/>
                <a:ea typeface="Arial"/>
                <a:cs typeface="Arial"/>
              </a:rPr>
              <a:t>1. [Add a previously taught prompt]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181F2D-0DDC-49A4-92CA-665C181B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190750"/>
            <a:ext cx="5400675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0C4"/>
            </a:solidFill>
          </a:ln>
        </p:spPr>
        <p:txBody>
          <a:bodyPr xmlns:a="http://schemas.openxmlformats.org/drawingml/2006/main" lIns="142875" tIns="114300" rIns="142875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4247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2473D"/>
                </a:solidFill>
                <a:latin typeface="Arial"/>
                <a:ea typeface="Arial"/>
                <a:cs typeface="Arial"/>
              </a:rPr>
              <a:t>2. [Add a previously taught prompt]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16F70F-CC0F-4D80-9BC8-4007333D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5400675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0C4"/>
            </a:solidFill>
          </a:ln>
        </p:spPr>
        <p:txBody>
          <a:bodyPr xmlns:a="http://schemas.openxmlformats.org/drawingml/2006/main" lIns="142875" tIns="114300" rIns="142875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4247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2473D"/>
                </a:solidFill>
                <a:latin typeface="Arial"/>
                <a:ea typeface="Arial"/>
                <a:cs typeface="Arial"/>
              </a:rPr>
              <a:t>3. [Add a previously taught prompt]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C814BE-7249-4CCE-A1A5-FD1E64AD5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943350"/>
            <a:ext cx="5400675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0C4"/>
            </a:solidFill>
          </a:ln>
        </p:spPr>
        <p:txBody>
          <a:bodyPr xmlns:a="http://schemas.openxmlformats.org/drawingml/2006/main" lIns="142875" tIns="114300" rIns="142875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4247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2473D"/>
                </a:solidFill>
                <a:latin typeface="Arial"/>
                <a:ea typeface="Arial"/>
                <a:cs typeface="Arial"/>
              </a:rPr>
              <a:t>4. [Add a previously taught prompt]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F4899A-FC63-40CD-AE8B-C22462D7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853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8534A"/>
                </a:solidFill>
                <a:latin typeface="Arial"/>
                <a:ea typeface="Arial"/>
                <a:cs typeface="Arial"/>
              </a:rPr>
              <a:t>Time: [Add minutes]     Check: [Add your feedback routine]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233229-5631-49F7-A49E-06E2DDFD0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267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675C"/>
                </a:solidFill>
                <a:latin typeface="Arial"/>
                <a:ea typeface="Arial"/>
                <a:cs typeface="Arial"/>
              </a:rPr>
              <a:t>TNT Teaching Tools   Editable classroom template   Source and teacher guidance in speaker notes</a:t>
            </a:r>
          </a:p>
        </p:txBody>
      </p:sp>
    </p:spTree>
    <p:extLst>
      <p:ext uri="{BB962C8B-B14F-4D97-AF65-F5344CB8AC3E}">
        <p14:creationId xmlns:p14="http://schemas.microsoft.com/office/powerpoint/2010/main" val="14312574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2026-10-07T03:43:08.1190000Z</dcterms:created>
  <dcterms:modified xsi:type="dcterms:W3CDTF">2026-10-07T03:43:08.1190000Z</dcterms:modified>
</coreProperties>
</file>