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29e203411f44ef" /><Relationship Type="http://schemas.openxmlformats.org/officeDocument/2006/relationships/extended-properties" Target="/docProps/app.xml" Id="R1621fb33865e45c3" /><Relationship Type="http://schemas.openxmlformats.org/officeDocument/2006/relationships/officeDocument" Target="/ppt/presentation.xml" Id="Rbb24b4c6446e46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96818331cd414f"/>
  </p:sldMasterIdLst>
  <p:notesMasterIdLst>
    <p:notesMasterId xmlns:r="http://schemas.openxmlformats.org/officeDocument/2006/relationships" r:id="Rb443732c9dfd4512"/>
  </p:notesMasterIdLst>
  <p:sldIdLst>
    <p:sldId xmlns:r="http://schemas.openxmlformats.org/officeDocument/2006/relationships" id="256" r:id="R9d9ba67d255c40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0e700800254dae" /><Relationship Type="http://schemas.openxmlformats.org/officeDocument/2006/relationships/slideMaster" Target="/ppt/slideMasters/slideMaster1.xml" Id="Rb596818331cd414f" /><Relationship Type="http://schemas.openxmlformats.org/officeDocument/2006/relationships/notesMaster" Target="/ppt/notesMasters/notesMaster1.xml" Id="Rb443732c9dfd4512" /><Relationship Type="http://schemas.openxmlformats.org/officeDocument/2006/relationships/presProps" Target="/ppt/presProps.xml" Id="Rce97a0224e8b45c1" /><Relationship Type="http://schemas.openxmlformats.org/officeDocument/2006/relationships/tableStyles" Target="/ppt/tableStyles.xml" Id="Re97c7eeeef5c4394" /><Relationship Type="http://schemas.openxmlformats.org/officeDocument/2006/relationships/slide" Target="/ppt/slides/slide1.xml" Id="R9d9ba67d255c40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6c8580732b49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358241988e42a6" /><Relationship Type="http://schemas.openxmlformats.org/officeDocument/2006/relationships/notesMaster" Target="/ppt/notesMasters/notesMaster1.xml" Id="R7f72e96a1a284b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Every text box is editable. Duplicate the slide for checked answers or a second prompt. Keep prompt and answer sides separate when printing cards.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Activity: Retrieval clock</a:t>
            </a:r>
          </a:p>
          <a:p xmlns:a="http://schemas.openxmlformats.org/drawingml/2006/main">
            <a:r>
              <a:t>Materials: Paper with a clock divided into labelled topic sections</a:t>
            </a:r>
          </a:p>
          <a:p xmlns:a="http://schemas.openxmlformats.org/drawingml/2006/main">
            <a:r>
              <a:t>Suggested total time including feedback: 10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Label the sections: Choose four to six taught subtopics and give each a clock section.</a:t>
            </a:r>
          </a:p>
          <a:p xmlns:a="http://schemas.openxmlformats.org/drawingml/2006/main">
            <a:r>
              <a:t>2. Recall independently: Write relevant knowledge in each section, with notes closed.</a:t>
            </a:r>
          </a:p>
          <a:p xmlns:a="http://schemas.openxmlformats.org/drawingml/2006/main">
            <a:r>
              <a:t>3. Find a connection: Explain a link between ideas in two different sections.</a:t>
            </a:r>
          </a:p>
          <a:p xmlns:a="http://schemas.openxmlformats.org/drawingml/2006/main">
            <a:r>
              <a:t>4. Check and revisit: Correct errors; later retrieve a weak section without looking.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The clock is an organiser, not a race. Avoid twelve rushed sections that leave no time for correction.</a:t>
            </a:r>
          </a:p>
          <a:p xmlns:a="http://schemas.openxmlformats.org/drawingml/2006/main">
            <a:r>
              <a:t>Adapt: Use fewer sections, larger paper or a simple rectangular grid.</a:t>
            </a:r>
          </a:p>
          <a:p xmlns:a="http://schemas.openxmlformats.org/drawingml/2006/main">
            <a:r>
              <a:t>Credit: Shared clock organiser; TNT retrieval adaptation</a:t>
            </a:r>
          </a:p>
          <a:p xmlns:a="http://schemas.openxmlformats.org/drawingml/2006/main">
            <a:r>
              <a:t>No verified sole originator is claimed for this visual organiser. The labels and timings here are TNT guidance, not a research-tested clock protocol.</a:t>
            </a:r>
          </a:p>
          <a:p xmlns:a="http://schemas.openxmlformats.org/drawingml/2006/main">
            <a:r>
              <a:t>Source: https://pdf.retrievalpractice.org/RetrievalPracticeGuide.pdf</a:t>
            </a:r>
          </a:p>
          <a:p xmlns:a="http://schemas.openxmlformats.org/drawingml/2006/main">
            <a:r>
              <a:t>Full guide: https://tnt-teaching-tools.github.io/cold-call-classroom/retrieval-retrieval-clock.html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8524b2c338452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cd1c449200485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81d129a62143a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8c523e4ab94f7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49960be5cc439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6aec29cfba48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FC67C39-E797-426A-A9BE-AA34172A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BA4185B-A8EC-4451-837E-E75A531D23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CF58379-410F-4DBE-9137-48C4DC217C0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DEB0C28-2B4D-42C0-AEF8-50C79C0A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176281E-262C-4C2F-B17F-80546625DD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679B517-C390-4BA1-AD9D-5D242364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89DC2BB-68DD-4CDF-8D7F-6CBF9C7F96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A48F1A2-5FCE-4EDD-965B-E9BE7F2ADCC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34A0A92-7ADA-4158-8B27-DACC7E09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1061C4E-C26F-420E-9797-02F5C7149E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0BEC375-3B82-49F2-9060-709A6CC041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9904027-4D59-4633-8758-9C02CD666CA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DAB1D39-9D90-4874-9459-FD9B626C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39FA31F-002A-415B-92A5-CC17215913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EB090B2-B37C-4838-8E82-2CD06CA638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4c600326574883" /><Relationship Type="http://schemas.openxmlformats.org/officeDocument/2006/relationships/slideLayout" Target="/ppt/slideLayouts/slideLayout1.xml" Id="R4a070168000d4495" /><Relationship Type="http://schemas.openxmlformats.org/officeDocument/2006/relationships/slideLayout" Target="/ppt/slideLayouts/slideLayout2.xml" Id="R5287688ada3c4485" /><Relationship Type="http://schemas.openxmlformats.org/officeDocument/2006/relationships/slideLayout" Target="/ppt/slideLayouts/slideLayout3.xml" Id="R92b8dd3138c8464a" /><Relationship Type="http://schemas.openxmlformats.org/officeDocument/2006/relationships/slideLayout" Target="/ppt/slideLayouts/slideLayout4.xml" Id="Rfdb5e28eaffc44af" /><Relationship Type="http://schemas.openxmlformats.org/officeDocument/2006/relationships/slideLayout" Target="/ppt/slideLayouts/slideLayout5.xml" Id="Reee077794b074fa8" /><Relationship Type="http://schemas.openxmlformats.org/officeDocument/2006/relationships/slideLayout" Target="/ppt/slideLayouts/slideLayout6.xml" Id="R9c5fe9703f314c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070168000d4495"/>
    <p:sldLayoutId xmlns:r="http://schemas.openxmlformats.org/officeDocument/2006/relationships" id="2147483650" r:id="R5287688ada3c4485"/>
    <p:sldLayoutId xmlns:r="http://schemas.openxmlformats.org/officeDocument/2006/relationships" id="2147483651" r:id="R92b8dd3138c8464a"/>
    <p:sldLayoutId xmlns:r="http://schemas.openxmlformats.org/officeDocument/2006/relationships" id="2147483652" r:id="Rfdb5e28eaffc44af"/>
    <p:sldLayoutId xmlns:r="http://schemas.openxmlformats.org/officeDocument/2006/relationships" id="2147483653" r:id="Reee077794b074fa8"/>
    <p:sldLayoutId xmlns:r="http://schemas.openxmlformats.org/officeDocument/2006/relationships" id="2147483654" r:id="R9c5fe9703f314c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72fa8c09cb4992" /><Relationship Type="http://schemas.openxmlformats.org/officeDocument/2006/relationships/notesSlide" Target="/ppt/notesSlides/notesSlide1.xml" Id="Rd7f2934b336448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90B87D-0E95-4626-95A0-6CB66A29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242720"/>
                </a:solidFill>
                <a:latin typeface="Arial"/>
                <a:ea typeface="Arial"/>
                <a:cs typeface="Arial"/>
              </a:rPr>
              <a:t>Retrieval clock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375C2-314B-4D49-A1AE-295D35B6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42720"/>
                </a:solidFill>
                <a:latin typeface="Arial"/>
                <a:ea typeface="Arial"/>
                <a:cs typeface="Arial"/>
              </a:rPr>
              <a:t>[Add 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C3515-4C4B-4132-8ABD-F017393D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Recall independently first. Check and improve after feedback.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E6636-173B-4D2D-931C-271CC1EB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540067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12 to 3</a:t>
            </a:r>
          </a:p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[Add a subtopic]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F13CCB-5133-4B65-B1D5-70410DE0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190750"/>
            <a:ext cx="540067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3 to 6</a:t>
            </a:r>
          </a:p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[Add a subtopic]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298BB5-ACFA-4F04-9820-417FF94B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40067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9 to 12</a:t>
            </a:r>
          </a:p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[Add a subtopic]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ECEFF0-7515-4275-8875-81AE928C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943350"/>
            <a:ext cx="540067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6 to 9</a:t>
            </a:r>
          </a:p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[Add a subtopic]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B5308-1403-4E0F-A860-78305E4A7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Time: [Add minutes]     Check: [Add your feedback routine]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646247-5AB8-4FF0-933E-A3D6B100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267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675C"/>
                </a:solidFill>
                <a:latin typeface="Arial"/>
                <a:ea typeface="Arial"/>
                <a:cs typeface="Arial"/>
              </a:rPr>
              <a:t>TNT Teaching Tools   Editable classroom template   Source and teacher guidance in speaker notes</a:t>
            </a:r>
          </a:p>
        </p:txBody>
      </p:sp>
    </p:spTree>
    <p:extLst>
      <p:ext uri="{BB962C8B-B14F-4D97-AF65-F5344CB8AC3E}">
        <p14:creationId xmlns:p14="http://schemas.microsoft.com/office/powerpoint/2010/main" val="10906753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2026-10-07T03:43:26.1820000Z</dcterms:created>
  <dcterms:modified xsi:type="dcterms:W3CDTF">2026-10-07T03:43:26.1820000Z</dcterms:modified>
</coreProperties>
</file>