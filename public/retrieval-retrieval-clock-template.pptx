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8dcd18afd4da4" /><Relationship Type="http://schemas.openxmlformats.org/officeDocument/2006/relationships/extended-properties" Target="/docProps/app.xml" Id="Rbfe2b5c7cae14017" /><Relationship Type="http://schemas.openxmlformats.org/officeDocument/2006/relationships/officeDocument" Target="/ppt/presentation.xml" Id="R34db88625171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9d4f8c65b14679"/>
  </p:sldMasterIdLst>
  <p:notesMasterIdLst>
    <p:notesMasterId xmlns:r="http://schemas.openxmlformats.org/officeDocument/2006/relationships" r:id="Rb851195043c44f4d"/>
  </p:notesMasterIdLst>
  <p:sldIdLst>
    <p:sldId xmlns:r="http://schemas.openxmlformats.org/officeDocument/2006/relationships" id="256" r:id="R8d01876a8a6248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d3e7b0634e4d8d" /><Relationship Type="http://schemas.openxmlformats.org/officeDocument/2006/relationships/slideMaster" Target="/ppt/slideMasters/slideMaster1.xml" Id="Reb9d4f8c65b14679" /><Relationship Type="http://schemas.openxmlformats.org/officeDocument/2006/relationships/notesMaster" Target="/ppt/notesMasters/notesMaster1.xml" Id="Rb851195043c44f4d" /><Relationship Type="http://schemas.openxmlformats.org/officeDocument/2006/relationships/presProps" Target="/ppt/presProps.xml" Id="Rfb7d2e4c438e4fa8" /><Relationship Type="http://schemas.openxmlformats.org/officeDocument/2006/relationships/tableStyles" Target="/ppt/tableStyles.xml" Id="Rba9e41bc7ece4062" /><Relationship Type="http://schemas.openxmlformats.org/officeDocument/2006/relationships/slide" Target="/ppt/slides/slide1.xml" Id="R8d01876a8a6248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ccb6abd69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a79ea032a4c86" /><Relationship Type="http://schemas.openxmlformats.org/officeDocument/2006/relationships/notesMaster" Target="/ppt/notesMasters/notesMaster1.xml" Id="R13362dd61d5b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Paper with a clock divided into labelled topic sections</a:t>
            </a:r>
          </a:p>
          <a:p xmlns:a="http://schemas.openxmlformats.org/drawingml/2006/main">
            <a:r>
              <a:t>Suggested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Label the sections: Choose four to six taught subtopics and give each a clock section.</a:t>
            </a:r>
          </a:p>
          <a:p xmlns:a="http://schemas.openxmlformats.org/drawingml/2006/main">
            <a:r>
              <a:t>2. Recall independently: Write relevant knowledge in each section, with notes closed.</a:t>
            </a:r>
          </a:p>
          <a:p xmlns:a="http://schemas.openxmlformats.org/drawingml/2006/main">
            <a:r>
              <a:t>3. Find a connection: Explain a link between ideas in two different sections.</a:t>
            </a:r>
          </a:p>
          <a:p xmlns:a="http://schemas.openxmlformats.org/drawingml/2006/main">
            <a:r>
              <a:t>4. Check and revisit: Correct errors; later retrieve a weak section without looking.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The clock is an organiser, not a race. Avoid twelve rushed sections that leave no time for correction.</a:t>
            </a:r>
          </a:p>
          <a:p xmlns:a="http://schemas.openxmlformats.org/drawingml/2006/main">
            <a:r>
              <a:t>Adapt: Use fewer sections, larger paper or a simple rectangular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d4fd509b34b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b5d31466d47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004a8c08a42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f8fd7d2a841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fee05f98342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4b4ae80db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DC1F82-D384-4CF4-8640-181E0C7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678338-167E-47D4-84E6-F6B9C7B0B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256B2E-6622-4992-B1B4-4B1F4746BA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B3D89F-114A-415B-80EC-B72FA26B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D35F6B-AE40-49A2-B32C-1EC9E3591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24B447-1F46-435F-9EBC-DF202D25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B19630-3DA9-4B0F-95F0-62801373E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E68E03-89F4-4E9B-B3F3-1880E6F5F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B441120-22BA-42FA-9981-183D871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8FCDCC-AFE2-4FB9-9E47-3C6909A1C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C1532-DF96-424B-A511-A2DB5A68A1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C94BFB-EA76-41D3-B31C-280AEAB1EA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D08C30-96CB-4568-AA15-829BF4F8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561B7A-A3C0-452D-92B3-46CD6D164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31EF70-F6EC-4433-ADD5-5CA26F6DF8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aa4793a7e416c" /><Relationship Type="http://schemas.openxmlformats.org/officeDocument/2006/relationships/slideLayout" Target="/ppt/slideLayouts/slideLayout1.xml" Id="Ra68047029a5a47f1" /><Relationship Type="http://schemas.openxmlformats.org/officeDocument/2006/relationships/slideLayout" Target="/ppt/slideLayouts/slideLayout2.xml" Id="Rb4e25f50919b49dd" /><Relationship Type="http://schemas.openxmlformats.org/officeDocument/2006/relationships/slideLayout" Target="/ppt/slideLayouts/slideLayout3.xml" Id="Rc43086bbe8ee4b52" /><Relationship Type="http://schemas.openxmlformats.org/officeDocument/2006/relationships/slideLayout" Target="/ppt/slideLayouts/slideLayout4.xml" Id="R6620897ea5054af8" /><Relationship Type="http://schemas.openxmlformats.org/officeDocument/2006/relationships/slideLayout" Target="/ppt/slideLayouts/slideLayout5.xml" Id="R9e4956a66f264d85" /><Relationship Type="http://schemas.openxmlformats.org/officeDocument/2006/relationships/slideLayout" Target="/ppt/slideLayouts/slideLayout6.xml" Id="R79f7a4ec4972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047029a5a47f1"/>
    <p:sldLayoutId xmlns:r="http://schemas.openxmlformats.org/officeDocument/2006/relationships" id="2147483650" r:id="Rb4e25f50919b49dd"/>
    <p:sldLayoutId xmlns:r="http://schemas.openxmlformats.org/officeDocument/2006/relationships" id="2147483651" r:id="Rc43086bbe8ee4b52"/>
    <p:sldLayoutId xmlns:r="http://schemas.openxmlformats.org/officeDocument/2006/relationships" id="2147483652" r:id="R6620897ea5054af8"/>
    <p:sldLayoutId xmlns:r="http://schemas.openxmlformats.org/officeDocument/2006/relationships" id="2147483653" r:id="R9e4956a66f264d85"/>
    <p:sldLayoutId xmlns:r="http://schemas.openxmlformats.org/officeDocument/2006/relationships" id="2147483654" r:id="R79f7a4ec4972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d5cef80e6403a" /><Relationship Type="http://schemas.openxmlformats.org/officeDocument/2006/relationships/notesSlide" Target="/ppt/notesSlides/notesSlide1.xml" Id="R8cc332c2020b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EAC83-B9CD-4842-ACFB-0822055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Retrieval clock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AE55-E94F-44C0-B513-78913297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9019-2483-4C4F-8AC4-7705E9B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F8B00-9A44-4812-B697-8956F47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DA7C7-9B1A-44E8-B585-FAF6B09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0A9A-B044-41C0-8B28-2CDF07E0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480AB-AD46-459C-B422-FD057363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CB1DD-C8D0-4193-9D0D-BA5DD96F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4A585-6151-4299-9A23-61E342D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12 to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CF15D-9DF9-4A8A-AEEC-5D7B00B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subtopic]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EB03-A196-4205-9E85-A6CD2C20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67CF6-9683-4612-BBB1-B4FC5B6F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0E0C4-2CC8-45FF-AC89-3B937FED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27FE5-0105-40CE-84AF-65FDE9D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3 to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9691B-D921-496F-A889-57584178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subtopic]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B7183-ABD5-457A-A48C-B74C56C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0A8D7-6CC2-4AA5-BA23-E258008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F78B2-11CC-48AE-A47C-3677D407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D1775-0EF0-4978-84B0-5646951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3862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9 to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52CD2-4AC7-448C-A78E-749D7828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subtopic]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14636-0F42-415F-8B9A-C88B77A1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F4752-5B26-4E1C-AA7D-945CEA35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62006-EEE0-4787-B3A1-713A9E9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57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BF095-2AF8-449E-84BE-3DFF8A80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6 to 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40839-33B9-40DD-B4B9-41E0227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6250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subtopic]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4E9BC-F948-4D74-BF48-B82EEB84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1AB41-4353-4A0B-87D7-DEB2F2E6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3A6AB-F27B-41B6-AFC2-A592F9DB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1992491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2026-10-07T04:36:24.5280000Z</dcterms:created>
  <dcterms:modified xsi:type="dcterms:W3CDTF">2026-10-07T04:36:24.5280000Z</dcterms:modified>
</coreProperties>
</file>