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385a2b51d48d1" /><Relationship Type="http://schemas.openxmlformats.org/officeDocument/2006/relationships/extended-properties" Target="/docProps/app.xml" Id="R64392bc3e9754459" /><Relationship Type="http://schemas.openxmlformats.org/officeDocument/2006/relationships/officeDocument" Target="/ppt/presentation.xml" Id="R72cda00fe56e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e58fd0e9194b90"/>
  </p:sldMasterIdLst>
  <p:notesMasterIdLst>
    <p:notesMasterId xmlns:r="http://schemas.openxmlformats.org/officeDocument/2006/relationships" r:id="R28bf9dc22f9843af"/>
  </p:notesMasterIdLst>
  <p:sldIdLst>
    <p:sldId xmlns:r="http://schemas.openxmlformats.org/officeDocument/2006/relationships" id="256" r:id="R3a4e29b4e1764d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74e2785f54cd1" /><Relationship Type="http://schemas.openxmlformats.org/officeDocument/2006/relationships/slideMaster" Target="/ppt/slideMasters/slideMaster1.xml" Id="R6be58fd0e9194b90" /><Relationship Type="http://schemas.openxmlformats.org/officeDocument/2006/relationships/notesMaster" Target="/ppt/notesMasters/notesMaster1.xml" Id="R28bf9dc22f9843af" /><Relationship Type="http://schemas.openxmlformats.org/officeDocument/2006/relationships/presProps" Target="/ppt/presProps.xml" Id="R2698ad0797f74b41" /><Relationship Type="http://schemas.openxmlformats.org/officeDocument/2006/relationships/tableStyles" Target="/ppt/tableStyles.xml" Id="Rfa57923c8c2f4995" /><Relationship Type="http://schemas.openxmlformats.org/officeDocument/2006/relationships/slide" Target="/ppt/slides/slide1.xml" Id="R3a4e29b4e1764d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8509c438041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7b2487f5194bf2" /><Relationship Type="http://schemas.openxmlformats.org/officeDocument/2006/relationships/notesMaster" Target="/ppt/notesMasters/notesMaster1.xml" Id="R2f69f41d278c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Flashcard practice</a:t>
            </a:r>
          </a:p>
          <a:p xmlns:a="http://schemas.openxmlformats.org/drawingml/2006/main">
            <a:r>
              <a:t>Materials: Your own checked flashcards</a:t>
            </a:r>
          </a:p>
          <a:p xmlns:a="http://schemas.openxmlformats.org/drawingml/2006/main">
            <a:r>
              <a:t>Suggested total time including feedback: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Hide the answer: Put prompt sides up and shuffle the cards.</a:t>
            </a:r>
          </a:p>
          <a:p xmlns:a="http://schemas.openxmlformats.org/drawingml/2006/main">
            <a:r>
              <a:t>2. Commit an answer: Say or write your answer before turning a card over.</a:t>
            </a:r>
          </a:p>
          <a:p xmlns:a="http://schemas.openxmlformats.org/drawingml/2006/main">
            <a:r>
              <a:t>3. Check honestly: Compare meaning and detail, then correct the response.</a:t>
            </a:r>
          </a:p>
          <a:p xmlns:a="http://schemas.openxmlformats.org/drawingml/2006/main">
            <a:r>
              <a:t>4. Return later: Keep practising across sessions, including previously correct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Recognising an answer after flipping is different from retrieving it. Avoid racing for the highest card count.</a:t>
            </a:r>
          </a:p>
          <a:p xmlns:a="http://schemas.openxmlformats.org/drawingml/2006/main">
            <a:r>
              <a:t>Adapt: Use paired checking, audio prompts or larger print.</a:t>
            </a:r>
          </a:p>
          <a:p xmlns:a="http://schemas.openxmlformats.org/drawingml/2006/main">
            <a:r>
              <a:t>Credit: Pooja K. Agarwal — flashcard guidance</a:t>
            </a:r>
          </a:p>
          <a:p xmlns:a="http://schemas.openxmlformats.org/drawingml/2006/main">
            <a:r>
              <a:t>Flashcards are a shared study method. Agarwal is credited for the linked retrieval guidance; the short classroom format is a TNT adaptation.</a:t>
            </a:r>
          </a:p>
          <a:p xmlns:a="http://schemas.openxmlformats.org/drawingml/2006/main">
            <a:r>
              <a:t>Source: https://www.retrievalpractice.org/strategies/2019/11/18/flashcards</a:t>
            </a:r>
          </a:p>
          <a:p xmlns:a="http://schemas.openxmlformats.org/drawingml/2006/main">
            <a:r>
              <a:t>Full guide: https://tnt-teaching-tools.github.io/cold-call-classroom/retrieval-flashcard-sprint.html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f46199c5c4c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ca8d0dd7a40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ed1ee817644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4b646a4f947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4e154580c46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7ff6f61774d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4C26D5-3C9B-4B28-9E6A-787B67F3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83FA0B-0329-4A86-BAAE-CE1B303B5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75066D6-5D81-4ADA-98B8-E50F3AB6BC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E01FA4-E2E4-4544-AF43-A27E061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D31854-68AD-4065-A9E2-A252F0586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536B32-53BE-4090-8BFE-38AAD12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BFD881-03D9-4B51-B0A7-CA2879DBB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987DD86-49C2-4698-90D7-9FA9BE0F32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DB75996-5950-4284-8719-58CB03F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ECB52E-0A37-4445-98DD-243E51D21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8CF504-8CF2-493B-BA4D-244D269E47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C7AFBA-2348-4CA8-BA67-342BBBE96A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B99967-58AA-408A-B8AC-A418D9C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D76B56-9496-46B2-A5E6-8FF7E6E7A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3F0CEB-2C72-42BB-A7D4-DE24087D6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3b2e1ca602458c" /><Relationship Type="http://schemas.openxmlformats.org/officeDocument/2006/relationships/slideLayout" Target="/ppt/slideLayouts/slideLayout1.xml" Id="R10f07527f6ac46c6" /><Relationship Type="http://schemas.openxmlformats.org/officeDocument/2006/relationships/slideLayout" Target="/ppt/slideLayouts/slideLayout2.xml" Id="R7822024c21db4706" /><Relationship Type="http://schemas.openxmlformats.org/officeDocument/2006/relationships/slideLayout" Target="/ppt/slideLayouts/slideLayout3.xml" Id="Re6f09c5a095240f4" /><Relationship Type="http://schemas.openxmlformats.org/officeDocument/2006/relationships/slideLayout" Target="/ppt/slideLayouts/slideLayout4.xml" Id="R047048f1424346f0" /><Relationship Type="http://schemas.openxmlformats.org/officeDocument/2006/relationships/slideLayout" Target="/ppt/slideLayouts/slideLayout5.xml" Id="R47302f2114034d46" /><Relationship Type="http://schemas.openxmlformats.org/officeDocument/2006/relationships/slideLayout" Target="/ppt/slideLayouts/slideLayout6.xml" Id="R49cdbd7b581346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07527f6ac46c6"/>
    <p:sldLayoutId xmlns:r="http://schemas.openxmlformats.org/officeDocument/2006/relationships" id="2147483650" r:id="R7822024c21db4706"/>
    <p:sldLayoutId xmlns:r="http://schemas.openxmlformats.org/officeDocument/2006/relationships" id="2147483651" r:id="Re6f09c5a095240f4"/>
    <p:sldLayoutId xmlns:r="http://schemas.openxmlformats.org/officeDocument/2006/relationships" id="2147483652" r:id="R047048f1424346f0"/>
    <p:sldLayoutId xmlns:r="http://schemas.openxmlformats.org/officeDocument/2006/relationships" id="2147483653" r:id="R47302f2114034d46"/>
    <p:sldLayoutId xmlns:r="http://schemas.openxmlformats.org/officeDocument/2006/relationships" id="2147483654" r:id="R49cdbd7b581346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5b29a4c6046ce" /><Relationship Type="http://schemas.openxmlformats.org/officeDocument/2006/relationships/notesSlide" Target="/ppt/notesSlides/notesSlide1.xml" Id="Reace30bf54254a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44F1-1736-476D-B2EC-AA3E7F0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Flashcard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B8805-0E02-415C-AF0A-5F7CAF1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A5CDE-580C-45E7-B145-131314A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5E21D-0290-4961-B8AF-79C7E73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[Prompt or card front]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your own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FCDCF-844E-4DD8-B9D0-C2CD228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[Checked answer or card back]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answer and explanation]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09213-915E-4ABF-82E8-7171126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5F47A-BCB0-40F4-B25C-B297FD55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24326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2026-10-07T03:43:10.3290000Z</dcterms:created>
  <dcterms:modified xsi:type="dcterms:W3CDTF">2026-10-07T03:43:10.3290000Z</dcterms:modified>
</coreProperties>
</file>