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fa1da9a3594ace" /><Relationship Type="http://schemas.openxmlformats.org/officeDocument/2006/relationships/extended-properties" Target="/docProps/app.xml" Id="R3d641a0475da40d6" /><Relationship Type="http://schemas.openxmlformats.org/officeDocument/2006/relationships/officeDocument" Target="/ppt/presentation.xml" Id="R200e6ba82cc644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4414f285cd4702"/>
  </p:sldMasterIdLst>
  <p:notesMasterIdLst>
    <p:notesMasterId xmlns:r="http://schemas.openxmlformats.org/officeDocument/2006/relationships" r:id="R122b742ada96410a"/>
  </p:notesMasterIdLst>
  <p:sldIdLst>
    <p:sldId xmlns:r="http://schemas.openxmlformats.org/officeDocument/2006/relationships" id="256" r:id="R8ccf7bf14f8e48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da8b39b17b4240" /><Relationship Type="http://schemas.openxmlformats.org/officeDocument/2006/relationships/slideMaster" Target="/ppt/slideMasters/slideMaster1.xml" Id="R244414f285cd4702" /><Relationship Type="http://schemas.openxmlformats.org/officeDocument/2006/relationships/notesMaster" Target="/ppt/notesMasters/notesMaster1.xml" Id="R122b742ada96410a" /><Relationship Type="http://schemas.openxmlformats.org/officeDocument/2006/relationships/presProps" Target="/ppt/presProps.xml" Id="Ra7517640d4d84e30" /><Relationship Type="http://schemas.openxmlformats.org/officeDocument/2006/relationships/tableStyles" Target="/ppt/tableStyles.xml" Id="Rc500fbd28d4a4a83" /><Relationship Type="http://schemas.openxmlformats.org/officeDocument/2006/relationships/slide" Target="/ppt/slides/slide1.xml" Id="R8ccf7bf14f8e48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6da7535b4344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10639613ed4ec5" /><Relationship Type="http://schemas.openxmlformats.org/officeDocument/2006/relationships/notesMaster" Target="/ppt/notesMasters/notesMaster1.xml" Id="R083381849aa848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Your own checked flashcards</a:t>
            </a:r>
          </a:p>
          <a:p xmlns:a="http://schemas.openxmlformats.org/drawingml/2006/main">
            <a:r>
              <a:t>Suggested time including feedback: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Hide the answer: Put prompt sides up and shuffle the cards.</a:t>
            </a:r>
          </a:p>
          <a:p xmlns:a="http://schemas.openxmlformats.org/drawingml/2006/main">
            <a:r>
              <a:t>2. Commit an answer: Say or write your answer before turning a card over.</a:t>
            </a:r>
          </a:p>
          <a:p xmlns:a="http://schemas.openxmlformats.org/drawingml/2006/main">
            <a:r>
              <a:t>3. Check honestly: Compare meaning and detail, then correct the response.</a:t>
            </a:r>
          </a:p>
          <a:p xmlns:a="http://schemas.openxmlformats.org/drawingml/2006/main">
            <a:r>
              <a:t>4. Return later: Keep practising across sessions, including previously correct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Recognising an answer after flipping is different from retrieving it. Avoid racing for the highest card count.</a:t>
            </a:r>
          </a:p>
          <a:p xmlns:a="http://schemas.openxmlformats.org/drawingml/2006/main">
            <a:r>
              <a:t>Adapt: Use paired checking, audio prompts or larger print.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09123785c84e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c71315f6347a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8d7cf6d1014f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d9ade0b5140b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302ce30f649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66e5cc9a1143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AC0D6A0-F0EA-4630-9961-BB198739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B50084-F03C-4451-88C0-43C3039D0C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CDF72A5-AB9B-4799-8DD6-45C7EB478B1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CAEA365-3F68-46CB-86B1-DB20136E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2F9338-E10B-4597-ACC8-07E69730AF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60E5688-A9CA-4E15-8C23-FD25291F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4EA98E6-478F-4B6A-8806-0EF6229D09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E72FF27-C438-485B-B880-91FB1C4764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AF6D9CA-8B55-42B8-96D9-2540E5C1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FCFEA5C-AF38-47E8-BF7C-9C527348E4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2726DCD-370A-4269-9DB3-F3E10ECE85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0454900-A408-4D05-B81C-E1479D782D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80A10B3B-3A37-4FAD-909C-4F6BAA42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60AA7E-0338-450E-B62B-16111A5060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D48B02E-4F46-4FDD-8F1F-8B623BCE8C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3376487db54504" /><Relationship Type="http://schemas.openxmlformats.org/officeDocument/2006/relationships/slideLayout" Target="/ppt/slideLayouts/slideLayout1.xml" Id="R1a1ccd6257454cb7" /><Relationship Type="http://schemas.openxmlformats.org/officeDocument/2006/relationships/slideLayout" Target="/ppt/slideLayouts/slideLayout2.xml" Id="R754b991fb04b4284" /><Relationship Type="http://schemas.openxmlformats.org/officeDocument/2006/relationships/slideLayout" Target="/ppt/slideLayouts/slideLayout3.xml" Id="R56a25639b3c54aae" /><Relationship Type="http://schemas.openxmlformats.org/officeDocument/2006/relationships/slideLayout" Target="/ppt/slideLayouts/slideLayout4.xml" Id="R50108500fe7140df" /><Relationship Type="http://schemas.openxmlformats.org/officeDocument/2006/relationships/slideLayout" Target="/ppt/slideLayouts/slideLayout5.xml" Id="R23efea837dcc41fe" /><Relationship Type="http://schemas.openxmlformats.org/officeDocument/2006/relationships/slideLayout" Target="/ppt/slideLayouts/slideLayout6.xml" Id="Rff200f64fb1e4d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1ccd6257454cb7"/>
    <p:sldLayoutId xmlns:r="http://schemas.openxmlformats.org/officeDocument/2006/relationships" id="2147483650" r:id="R754b991fb04b4284"/>
    <p:sldLayoutId xmlns:r="http://schemas.openxmlformats.org/officeDocument/2006/relationships" id="2147483651" r:id="R56a25639b3c54aae"/>
    <p:sldLayoutId xmlns:r="http://schemas.openxmlformats.org/officeDocument/2006/relationships" id="2147483652" r:id="R50108500fe7140df"/>
    <p:sldLayoutId xmlns:r="http://schemas.openxmlformats.org/officeDocument/2006/relationships" id="2147483653" r:id="R23efea837dcc41fe"/>
    <p:sldLayoutId xmlns:r="http://schemas.openxmlformats.org/officeDocument/2006/relationships" id="2147483654" r:id="Rff200f64fb1e4d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4c25e282a44323" /><Relationship Type="http://schemas.openxmlformats.org/officeDocument/2006/relationships/notesSlide" Target="/ppt/notesSlides/notesSlide1.xml" Id="Rc4a41ac03f8c4a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97281-7DCD-4CDD-B354-69340B9D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Flashcard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A12AE-6285-4F30-8C85-C6E2577F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BC030-1875-4381-A5BC-D7F223D6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5DE93-2CF7-4354-864B-F8532386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DC75F-7692-4845-B8A2-704A8B87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F4A28F-1763-4FC5-8371-BD86BF4C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CE56DA-5894-4476-8569-8A9875D7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4F310-962B-4C25-A11E-D0207D4A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A0762C-1D32-46FB-A2CC-B24B7B06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Prompt side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F05A0-29CB-438A-9D1A-12F414F1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CDF1F-636C-4F6F-B7A4-5A37B497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47900"/>
            <a:ext cx="5400675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EF10EE-75AD-4417-8DFD-32720B14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17475-8B72-4391-84F7-9A0E1CD0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D6D0A-CCCA-49F9-B127-30512592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466975"/>
            <a:ext cx="44672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Answer side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7E4952-C20C-457D-85D6-4FBD364E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990850"/>
            <a:ext cx="4981575" cy="2466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checked answer]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ADC3C3-A146-4CD4-8E14-4D8B4841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A1384C-24BA-42A2-B464-B1523A88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5C814F-8BA7-4048-95A6-5B833FB0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0422173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2026-10-07T04:36:08.1680000Z</dcterms:created>
  <dcterms:modified xsi:type="dcterms:W3CDTF">2026-10-07T04:36:08.1680000Z</dcterms:modified>
</coreProperties>
</file>