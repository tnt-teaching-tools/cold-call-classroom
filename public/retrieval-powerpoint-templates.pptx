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0b58ae81c5849f9" /><Relationship Type="http://schemas.openxmlformats.org/officeDocument/2006/relationships/extended-properties" Target="/docProps/app.xml" Id="Rb8cb1e9b3e1a499c" /><Relationship Type="http://schemas.openxmlformats.org/officeDocument/2006/relationships/officeDocument" Target="/ppt/presentation.xml" Id="R82e194b0469042b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c1f003d384d4653"/>
  </p:sldMasterIdLst>
  <p:notesMasterIdLst>
    <p:notesMasterId xmlns:r="http://schemas.openxmlformats.org/officeDocument/2006/relationships" r:id="R589db75cc5334c15"/>
  </p:notesMasterIdLst>
  <p:sldIdLst>
    <p:sldId xmlns:r="http://schemas.openxmlformats.org/officeDocument/2006/relationships" id="256" r:id="R5fc5abe850244a22"/>
    <p:sldId xmlns:r="http://schemas.openxmlformats.org/officeDocument/2006/relationships" id="257" r:id="R5eebfa26d3044097"/>
    <p:sldId xmlns:r="http://schemas.openxmlformats.org/officeDocument/2006/relationships" id="258" r:id="R3368451aeffb44fc"/>
    <p:sldId xmlns:r="http://schemas.openxmlformats.org/officeDocument/2006/relationships" id="259" r:id="R2b23ef1b247f453d"/>
    <p:sldId xmlns:r="http://schemas.openxmlformats.org/officeDocument/2006/relationships" id="260" r:id="R579ad60bff684121"/>
    <p:sldId xmlns:r="http://schemas.openxmlformats.org/officeDocument/2006/relationships" id="261" r:id="Re6dc26c2e8324387"/>
    <p:sldId xmlns:r="http://schemas.openxmlformats.org/officeDocument/2006/relationships" id="262" r:id="R6edb74d51ce04b2a"/>
    <p:sldId xmlns:r="http://schemas.openxmlformats.org/officeDocument/2006/relationships" id="263" r:id="R7a69e844d7374285"/>
    <p:sldId xmlns:r="http://schemas.openxmlformats.org/officeDocument/2006/relationships" id="264" r:id="Re4dc97f29f284bea"/>
    <p:sldId xmlns:r="http://schemas.openxmlformats.org/officeDocument/2006/relationships" id="265" r:id="Rf555696b745a47cc"/>
    <p:sldId xmlns:r="http://schemas.openxmlformats.org/officeDocument/2006/relationships" id="266" r:id="R50b1b8b666784149"/>
    <p:sldId xmlns:r="http://schemas.openxmlformats.org/officeDocument/2006/relationships" id="267" r:id="Ra1eb643a45a24d72"/>
    <p:sldId xmlns:r="http://schemas.openxmlformats.org/officeDocument/2006/relationships" id="268" r:id="R2424643285db4935"/>
    <p:sldId xmlns:r="http://schemas.openxmlformats.org/officeDocument/2006/relationships" id="269" r:id="R15c9fd0c2643440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2b9eb1053ea4fbc" /><Relationship Type="http://schemas.openxmlformats.org/officeDocument/2006/relationships/slideMaster" Target="/ppt/slideMasters/slideMaster1.xml" Id="Rbc1f003d384d4653" /><Relationship Type="http://schemas.openxmlformats.org/officeDocument/2006/relationships/notesMaster" Target="/ppt/notesMasters/notesMaster1.xml" Id="R589db75cc5334c15" /><Relationship Type="http://schemas.openxmlformats.org/officeDocument/2006/relationships/presProps" Target="/ppt/presProps.xml" Id="R4a834f6893dd4532" /><Relationship Type="http://schemas.openxmlformats.org/officeDocument/2006/relationships/tableStyles" Target="/ppt/tableStyles.xml" Id="R8073e5c2f6884864" /><Relationship Type="http://schemas.openxmlformats.org/officeDocument/2006/relationships/slide" Target="/ppt/slides/slide1.xml" Id="R5fc5abe850244a22" /><Relationship Type="http://schemas.openxmlformats.org/officeDocument/2006/relationships/slide" Target="/ppt/slides/slide2.xml" Id="R5eebfa26d3044097" /><Relationship Type="http://schemas.openxmlformats.org/officeDocument/2006/relationships/slide" Target="/ppt/slides/slide3.xml" Id="R3368451aeffb44fc" /><Relationship Type="http://schemas.openxmlformats.org/officeDocument/2006/relationships/slide" Target="/ppt/slides/slide4.xml" Id="R2b23ef1b247f453d" /><Relationship Type="http://schemas.openxmlformats.org/officeDocument/2006/relationships/slide" Target="/ppt/slides/slide5.xml" Id="R579ad60bff684121" /><Relationship Type="http://schemas.openxmlformats.org/officeDocument/2006/relationships/slide" Target="/ppt/slides/slide6.xml" Id="Re6dc26c2e8324387" /><Relationship Type="http://schemas.openxmlformats.org/officeDocument/2006/relationships/slide" Target="/ppt/slides/slide7.xml" Id="R6edb74d51ce04b2a" /><Relationship Type="http://schemas.openxmlformats.org/officeDocument/2006/relationships/slide" Target="/ppt/slides/slide8.xml" Id="R7a69e844d7374285" /><Relationship Type="http://schemas.openxmlformats.org/officeDocument/2006/relationships/slide" Target="/ppt/slides/slide9.xml" Id="Re4dc97f29f284bea" /><Relationship Type="http://schemas.openxmlformats.org/officeDocument/2006/relationships/slide" Target="/ppt/slides/slide10.xml" Id="Rf555696b745a47cc" /><Relationship Type="http://schemas.openxmlformats.org/officeDocument/2006/relationships/slide" Target="/ppt/slides/slide11.xml" Id="R50b1b8b666784149" /><Relationship Type="http://schemas.openxmlformats.org/officeDocument/2006/relationships/slide" Target="/ppt/slides/slide12.xml" Id="Ra1eb643a45a24d72" /><Relationship Type="http://schemas.openxmlformats.org/officeDocument/2006/relationships/slide" Target="/ppt/slides/slide13.xml" Id="R2424643285db4935" /><Relationship Type="http://schemas.openxmlformats.org/officeDocument/2006/relationships/slide" Target="/ppt/slides/slide14.xml" Id="R15c9fd0c2643440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99da8dffcd64f4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9b174b1657d436a" /><Relationship Type="http://schemas.openxmlformats.org/officeDocument/2006/relationships/notesMaster" Target="/ppt/notesMasters/notesMaster1.xml" Id="R59539d351ae043b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6a27c45b36341dc" /><Relationship Type="http://schemas.openxmlformats.org/officeDocument/2006/relationships/notesMaster" Target="/ppt/notesMasters/notesMaster1.xml" Id="R443a30a1eb854a4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9fde9e8f9aa4ed3" /><Relationship Type="http://schemas.openxmlformats.org/officeDocument/2006/relationships/notesMaster" Target="/ppt/notesMasters/notesMaster1.xml" Id="R948c9787bff1475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73aafda48b34e58" /><Relationship Type="http://schemas.openxmlformats.org/officeDocument/2006/relationships/notesMaster" Target="/ppt/notesMasters/notesMaster1.xml" Id="R1dcc18fe557e4c2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61162361b8d4be1" /><Relationship Type="http://schemas.openxmlformats.org/officeDocument/2006/relationships/notesMaster" Target="/ppt/notesMasters/notesMaster1.xml" Id="R828ddedc052848c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776f86d3db8409d" /><Relationship Type="http://schemas.openxmlformats.org/officeDocument/2006/relationships/notesMaster" Target="/ppt/notesMasters/notesMaster1.xml" Id="R69e77c16caaa481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f9b8a9367754802" /><Relationship Type="http://schemas.openxmlformats.org/officeDocument/2006/relationships/notesMaster" Target="/ppt/notesMasters/notesMaster1.xml" Id="Rc91288606b4f4d2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68d1a8222b94ec8" /><Relationship Type="http://schemas.openxmlformats.org/officeDocument/2006/relationships/notesMaster" Target="/ppt/notesMasters/notesMaster1.xml" Id="Rd7aecdd7fd844d6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c325f11f2ce43c4" /><Relationship Type="http://schemas.openxmlformats.org/officeDocument/2006/relationships/notesMaster" Target="/ppt/notesMasters/notesMaster1.xml" Id="R8767182191f04ae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08d335d74a34b7c" /><Relationship Type="http://schemas.openxmlformats.org/officeDocument/2006/relationships/notesMaster" Target="/ppt/notesMasters/notesMaster1.xml" Id="Rc91c7fd0a287431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7fcdb0cef79424f" /><Relationship Type="http://schemas.openxmlformats.org/officeDocument/2006/relationships/notesMaster" Target="/ppt/notesMasters/notesMaster1.xml" Id="R3ddd216dd7d24fe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1444424d40649aa" /><Relationship Type="http://schemas.openxmlformats.org/officeDocument/2006/relationships/notesMaster" Target="/ppt/notesMasters/notesMaster1.xml" Id="R7270736e3e7f458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10518e82ce74d30" /><Relationship Type="http://schemas.openxmlformats.org/officeDocument/2006/relationships/notesMaster" Target="/ppt/notesMasters/notesMaster1.xml" Id="Rf090db519eab4f3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b0e9ca11e884b45" /><Relationship Type="http://schemas.openxmlformats.org/officeDocument/2006/relationships/notesMaster" Target="/ppt/notesMasters/notesMaster1.xml" Id="R36bca3c84c364d3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setup: Replace bracketed text before teaching. All text and shapes are editable. Duplicate the slide for answers or another prompt. For card activities, separate prompt and answer sides before printing.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Materials: Paper or mini whiteboards</a:t>
            </a:r>
          </a:p>
          <a:p xmlns:a="http://schemas.openxmlformats.org/drawingml/2006/main">
            <a:r>
              <a:t>Suggested time including feedback: 5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Set a boundary: Name a previously taught topic and close notes.</a:t>
            </a:r>
          </a:p>
          <a:p xmlns:a="http://schemas.openxmlformats.org/drawingml/2006/main">
            <a:r>
              <a:t>2. Recall independently: Everyone writes or sketches what they remember for two minutes.</a:t>
            </a:r>
          </a:p>
          <a:p xmlns:a="http://schemas.openxmlformats.org/drawingml/2006/main">
            <a:r>
              <a:t>3. Organise the recall: Group related ideas and mark uncertain details.</a:t>
            </a:r>
          </a:p>
          <a:p xmlns:a="http://schemas.openxmlformats.org/drawingml/2006/main">
            <a:r>
              <a:t>4. Check and improve: Compare with a trusted reference; correct errors in another colour.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Check: Sample explanations as well as keywords. Ask students to retrieve a corrected idea again later.</a:t>
            </a:r>
          </a:p>
          <a:p xmlns:a="http://schemas.openxmlformats.org/drawingml/2006/main">
            <a:r>
              <a:t>Adapt: Use broad headings if a blank page feels overwhelming; allow spoken recording or labelled sketches.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setup: Replace bracketed text before teaching. All text and shapes are editable. Duplicate the slide for answers or another prompt. For card activities, separate prompt and answer sides before printing.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Materials: Paper or mini whiteboards</a:t>
            </a:r>
          </a:p>
          <a:p xmlns:a="http://schemas.openxmlformats.org/drawingml/2006/main">
            <a:r>
              <a:t>Suggested time including feedback: 3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Choose the focus: Identify a taught idea from an earlier lesson.</a:t>
            </a:r>
          </a:p>
          <a:p xmlns:a="http://schemas.openxmlformats.org/drawingml/2006/main">
            <a:r>
              <a:t>2. Recall two: Each student independently records two accurate details without notes.</a:t>
            </a:r>
          </a:p>
          <a:p xmlns:a="http://schemas.openxmlformats.org/drawingml/2006/main">
            <a:r>
              <a:t>3. Share one: Partners explain one detail each, without simply copying.</a:t>
            </a:r>
          </a:p>
          <a:p xmlns:a="http://schemas.openxmlformats.org/drawingml/2006/main">
            <a:r>
              <a:t>4. Verify: Sample responses, clarify errors and ask for a corrected statement.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Check: A question about what students want to learn is reflection, not retrieval. Ask for knowledge they have already encountered.</a:t>
            </a:r>
          </a:p>
          <a:p xmlns:a="http://schemas.openxmlformats.org/drawingml/2006/main">
            <a:r>
              <a:t>Adapt: Ask for two steps, two examples or two connections; give additional thinking time where needed.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setup: Replace bracketed text before teaching. All text and shapes are editable. Duplicate the slide for answers or another prompt. For card activities, separate prompt and answer sides before printing.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Materials: Paper split into “My recall” and “From peers”</a:t>
            </a:r>
          </a:p>
          <a:p xmlns:a="http://schemas.openxmlformats.org/drawingml/2006/main">
            <a:r>
              <a:t>Suggested time including feedback: 8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Recall alone: Write remembered knowledge in the first column, with notes closed.</a:t>
            </a:r>
          </a:p>
          <a:p xmlns:a="http://schemas.openxmlformats.org/drawingml/2006/main">
            <a:r>
              <a:t>2. Compare: Read a partner’s recall and identify something you missed.</a:t>
            </a:r>
          </a:p>
          <a:p xmlns:a="http://schemas.openxmlformats.org/drawingml/2006/main">
            <a:r>
              <a:t>3. Add separately: Put new ideas in the second column to distinguish your recall from borrowed knowledge.</a:t>
            </a:r>
          </a:p>
          <a:p xmlns:a="http://schemas.openxmlformats.org/drawingml/2006/main">
            <a:r>
              <a:t>4. Verify and retrieve: Check accuracy, then cover both columns and recall a new idea.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Check: Peer additions are feedback, not independent retrieval. Verify them before the final recall.</a:t>
            </a:r>
          </a:p>
          <a:p xmlns:a="http://schemas.openxmlformats.org/drawingml/2006/main">
            <a:r>
              <a:t>Adapt: Use fixed pairs instead of movement, and headings to support a narrower focus.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setup: Replace bracketed text before teaching. All text and shapes are editable. Duplicate the slide for answers or another prompt. For card activities, separate prompt and answer sides before printing.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Materials: A small teacher-made grid and checked answers</a:t>
            </a:r>
          </a:p>
          <a:p xmlns:a="http://schemas.openxmlformats.org/drawingml/2006/main">
            <a:r>
              <a:t>Suggested time including feedback: 8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Prepare the grid: Include prompts from last lesson, last week and earlier learning.</a:t>
            </a:r>
          </a:p>
          <a:p xmlns:a="http://schemas.openxmlformats.org/drawingml/2006/main">
            <a:r>
              <a:t>2. Choose coverage: Require at least one response from each time category.</a:t>
            </a:r>
          </a:p>
          <a:p xmlns:a="http://schemas.openxmlformats.org/drawingml/2006/main">
            <a:r>
              <a:t>3. Retrieve: Everyone answers independently before opening notes.</a:t>
            </a:r>
          </a:p>
          <a:p xmlns:a="http://schemas.openxmlformats.org/drawingml/2006/main">
            <a:r>
              <a:t>4. Check gaps: Review answers and correct missing or inaccurate knowledge.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Check: Age of content is not a reliable measure of difficulty. Points should never replace checking understanding.</a:t>
            </a:r>
          </a:p>
          <a:p xmlns:a="http://schemas.openxmlformats.org/drawingml/2006/main">
            <a:r>
              <a:t>Adapt: Use fewer cells or oral responses; label categories so colour is never the only cue.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setup: Replace bracketed text before teaching. All text and shapes are editable. Duplicate the slide for answers or another prompt. For card activities, separate prompt and answer sides before printing.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Materials: Teacher-checked prompt cards with answers on the back</a:t>
            </a:r>
          </a:p>
          <a:p xmlns:a="http://schemas.openxmlformats.org/drawingml/2006/main">
            <a:r>
              <a:t>Suggested time including feedback: 10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Pair up: Give each learner a checked card; pair students safely.</a:t>
            </a:r>
          </a:p>
          <a:p xmlns:a="http://schemas.openxmlformats.org/drawingml/2006/main">
            <a:r>
              <a:t>2. Quiz both ways: One partner asks; the other answers from memory. Then reverse roles.</a:t>
            </a:r>
          </a:p>
          <a:p xmlns:a="http://schemas.openxmlformats.org/drawingml/2006/main">
            <a:r>
              <a:t>3. Check together: Use the card answer to correct or extend each response.</a:t>
            </a:r>
          </a:p>
          <a:p xmlns:a="http://schemas.openxmlformats.org/drawingml/2006/main">
            <a:r>
              <a:t>4. Trade and repeat: Exchange cards and work with a new partner, or rotate seated partners.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Check: Keep the answer hidden until an attempt. Sample explanations to catch inaccurate peer coaching.</a:t>
            </a:r>
          </a:p>
          <a:p xmlns:a="http://schemas.openxmlformats.org/drawingml/2006/main">
            <a:r>
              <a:t>Adapt: Offer a seated rotation and read prompts aloud where helpful.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setup: Replace bracketed text before teaching. All text and shapes are editable. Duplicate the slide for answers or another prompt. For card activities, separate prompt and answer sides before printing.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Materials: Your own checked prompt bank or Boxer’s linked template</a:t>
            </a:r>
          </a:p>
          <a:p xmlns:a="http://schemas.openxmlformats.org/drawingml/2006/main">
            <a:r>
              <a:t>Suggested time including feedback: 7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Build your bank: Use your own taught material and keep checked answers.</a:t>
            </a:r>
          </a:p>
          <a:p xmlns:a="http://schemas.openxmlformats.org/drawingml/2006/main">
            <a:r>
              <a:t>2. Choose the range: Limit selection to content already taught, including older learning.</a:t>
            </a:r>
          </a:p>
          <a:p xmlns:a="http://schemas.openxmlformats.org/drawingml/2006/main">
            <a:r>
              <a:t>3. Retrieve together: Display a short selection; everyone attempts before feedback.</a:t>
            </a:r>
          </a:p>
          <a:p xmlns:a="http://schemas.openxmlformats.org/drawingml/2006/main">
            <a:r>
              <a:t>4. Respond to gaps: Review answers, reteach a weak idea and revisit it later.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Check: Inspect the selected prompts before using them. This page explains the approach; it does not generate questions.</a:t>
            </a:r>
          </a:p>
          <a:p xmlns:a="http://schemas.openxmlformats.org/drawingml/2006/main">
            <a:r>
              <a:t>Adapt: Start with a small bank you can maintain; select a manageable number of prompts.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setup: Replace bracketed text before teaching. All text and shapes are editable. Duplicate the slide for answers or another prompt. For card activities, separate prompt and answer sides before printing.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Materials: Your own checked flashcards</a:t>
            </a:r>
          </a:p>
          <a:p xmlns:a="http://schemas.openxmlformats.org/drawingml/2006/main">
            <a:r>
              <a:t>Suggested time including feedback: 6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Hide the answer: Put prompt sides up and shuffle the cards.</a:t>
            </a:r>
          </a:p>
          <a:p xmlns:a="http://schemas.openxmlformats.org/drawingml/2006/main">
            <a:r>
              <a:t>2. Commit an answer: Say or write your answer before turning a card over.</a:t>
            </a:r>
          </a:p>
          <a:p xmlns:a="http://schemas.openxmlformats.org/drawingml/2006/main">
            <a:r>
              <a:t>3. Check honestly: Compare meaning and detail, then correct the response.</a:t>
            </a:r>
          </a:p>
          <a:p xmlns:a="http://schemas.openxmlformats.org/drawingml/2006/main">
            <a:r>
              <a:t>4. Return later: Keep practising across sessions, including previously correct cards.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Check: Recognising an answer after flipping is different from retrieving it. Avoid racing for the highest card count.</a:t>
            </a:r>
          </a:p>
          <a:p xmlns:a="http://schemas.openxmlformats.org/drawingml/2006/main">
            <a:r>
              <a:t>Adapt: Use paired checking, audio prompts or larger print.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setup: Replace bracketed text before teaching. All text and shapes are editable. Duplicate the slide for answers or another prompt. For card activities, separate prompt and answer sides before printing.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Materials: Mini whiteboards, pens and your own prompts</a:t>
            </a:r>
          </a:p>
          <a:p xmlns:a="http://schemas.openxmlformats.org/drawingml/2006/main">
            <a:r>
              <a:t>Suggested time including feedback: 5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Give a cue: Pose a prompt about previously taught knowledge.</a:t>
            </a:r>
          </a:p>
          <a:p xmlns:a="http://schemas.openxmlformats.org/drawingml/2006/main">
            <a:r>
              <a:t>2. Think and write: Allow independent thinking; everyone commits an answer.</a:t>
            </a:r>
          </a:p>
          <a:p xmlns:a="http://schemas.openxmlformats.org/drawingml/2006/main">
            <a:r>
              <a:t>3. Reveal together: Keep boards hidden until your signal, then scan the whole room.</a:t>
            </a:r>
          </a:p>
          <a:p xmlns:a="http://schemas.openxmlformats.org/drawingml/2006/main">
            <a:r>
              <a:t>4. Correct and recheck: Explain a common gap; students improve and answer a short follow-up.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Check: Sample across the room, not only the quickest responders. Avoid revealing another student’s board before everyone attempts.</a:t>
            </a:r>
          </a:p>
          <a:p xmlns:a="http://schemas.openxmlformats.org/drawingml/2006/main">
            <a:r>
              <a:t>Adapt: Accept diagrams or short phrases and adjust thinking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setup: Replace bracketed text before teaching. All text and shapes are editable. Duplicate the slide for answers or another prompt. For card activities, separate prompt and answer sides before printing.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Materials: Blank paper</a:t>
            </a:r>
          </a:p>
          <a:p xmlns:a="http://schemas.openxmlformats.org/drawingml/2006/main">
            <a:r>
              <a:t>Suggested time including feedback: 10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Start centrally: Write one previously taught topic in the middle of a page.</a:t>
            </a:r>
          </a:p>
          <a:p xmlns:a="http://schemas.openxmlformats.org/drawingml/2006/main">
            <a:r>
              <a:t>2. Recall concepts: Add remembered ideas without consulting a source.</a:t>
            </a:r>
          </a:p>
          <a:p xmlns:a="http://schemas.openxmlformats.org/drawingml/2006/main">
            <a:r>
              <a:t>3. Explain links: Connect ideas with phrases explaining their relationship.</a:t>
            </a:r>
          </a:p>
          <a:p xmlns:a="http://schemas.openxmlformats.org/drawingml/2006/main">
            <a:r>
              <a:t>4. Check the structure: Verify facts and links; redraw a small corrected section from memory.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Check: A map copied from notes is a different task. Check the linking phrases, not artistic presentation.</a:t>
            </a:r>
          </a:p>
          <a:p xmlns:a="http://schemas.openxmlformats.org/drawingml/2006/main">
            <a:r>
              <a:t>Adapt: Provide a few category headings without supplying all the facts.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setup: Replace bracketed text before teaching. All text and shapes are editable. Duplicate the slide for answers or another prompt. For card activities, separate prompt and answer sides before printing.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Materials: A relevant image with answer labels hidden</a:t>
            </a:r>
          </a:p>
          <a:p xmlns:a="http://schemas.openxmlformats.org/drawingml/2006/main">
            <a:r>
              <a:t>Suggested time including feedback: 6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Choose the image: Use a diagram or photograph connected to taught material; hide answer labels.</a:t>
            </a:r>
          </a:p>
          <a:p xmlns:a="http://schemas.openxmlformats.org/drawingml/2006/main">
            <a:r>
              <a:t>2. Recall details: Students write remembered labels, steps or explanations independently.</a:t>
            </a:r>
          </a:p>
          <a:p xmlns:a="http://schemas.openxmlformats.org/drawingml/2006/main">
            <a:r>
              <a:t>3. Explain connections: Ask learners to connect the visual to the taught ideas.</a:t>
            </a:r>
          </a:p>
          <a:p xmlns:a="http://schemas.openxmlformats.org/drawingml/2006/main">
            <a:r>
              <a:t>4. Reveal and check: Show a checked explanation and correct mistakes.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Check: An image containing all the answers can turn the task into copying. Keep the initial cue useful without revealing the target knowledge.</a:t>
            </a:r>
          </a:p>
          <a:p xmlns:a="http://schemas.openxmlformats.org/drawingml/2006/main">
            <a:r>
              <a:t>Adapt: Provide a verbal description or accessible alternative to the image.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setup: Replace bracketed text before teaching. All text and shapes are editable. Duplicate the slide for answers or another prompt. For card activities, separate prompt and answer sides before printing.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Materials: Paper or mini whiteboards</a:t>
            </a:r>
          </a:p>
          <a:p xmlns:a="http://schemas.openxmlformats.org/drawingml/2006/main">
            <a:r>
              <a:t>Suggested time including feedback: 4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Name a category: Choose a bounded category from previously taught content.</a:t>
            </a:r>
          </a:p>
          <a:p xmlns:a="http://schemas.openxmlformats.org/drawingml/2006/main">
            <a:r>
              <a:t>2. Recall a short list: Everyone records remembered examples without notes.</a:t>
            </a:r>
          </a:p>
          <a:p xmlns:a="http://schemas.openxmlformats.org/drawingml/2006/main">
            <a:r>
              <a:t>3. Add the reasoning: Ask students to explain why one item belongs in the category.</a:t>
            </a:r>
          </a:p>
          <a:p xmlns:a="http://schemas.openxmlformats.org/drawingml/2006/main">
            <a:r>
              <a:t>4. Check the set: Verify each item and correct false inclusions.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Check: A longer list is not necessarily better understanding. Check accuracy and explanations.</a:t>
            </a:r>
          </a:p>
          <a:p xmlns:a="http://schemas.openxmlformats.org/drawingml/2006/main">
            <a:r>
              <a:t>Adapt: Set an achievable list length and offer narrower category cues.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setup: Replace bracketed text before teaching. All text and shapes are editable. Duplicate the slide for answers or another prompt. For card activities, separate prompt and answer sides before printing.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Materials: Paper divided into individual spaces and a centre</a:t>
            </a:r>
          </a:p>
          <a:p xmlns:a="http://schemas.openxmlformats.org/drawingml/2006/main">
            <a:r>
              <a:t>Suggested time including feedback: 10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Divide the page: Allocate a separate writing area to every group member.</a:t>
            </a:r>
          </a:p>
          <a:p xmlns:a="http://schemas.openxmlformats.org/drawingml/2006/main">
            <a:r>
              <a:t>2. Recall alone: Everyone writes independently without notes or discussion.</a:t>
            </a:r>
          </a:p>
          <a:p xmlns:a="http://schemas.openxmlformats.org/drawingml/2006/main">
            <a:r>
              <a:t>3. Compare ideas: Take turns explaining recall, and put agreed ideas in the centre.</a:t>
            </a:r>
          </a:p>
          <a:p xmlns:a="http://schemas.openxmlformats.org/drawingml/2006/main">
            <a:r>
              <a:t>4. Check and retry: Verify the shared response; each learner recalls a corrected idea alone.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Check: A group answer can hide individual gaps. Keep each learner’s initial response visible.</a:t>
            </a:r>
          </a:p>
          <a:p xmlns:a="http://schemas.openxmlformats.org/drawingml/2006/main">
            <a:r>
              <a:t>Adapt: Use pairs or separate sheets if shared paper is awkward; assign speaking turns.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setup: Replace bracketed text before teaching. All text and shapes are editable. Duplicate the slide for answers or another prompt. For card activities, separate prompt and answer sides before printing.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Materials: A die, six of your own prompts and checked answers</a:t>
            </a:r>
          </a:p>
          <a:p xmlns:a="http://schemas.openxmlformats.org/drawingml/2006/main">
            <a:r>
              <a:t>Suggested time including feedback: 8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Prepare six slots: Assign one taught focus or prompt to each die number.</a:t>
            </a:r>
          </a:p>
          <a:p xmlns:a="http://schemas.openxmlformats.org/drawingml/2006/main">
            <a:r>
              <a:t>2. Roll a number: Use a physical die to select a slot.</a:t>
            </a:r>
          </a:p>
          <a:p xmlns:a="http://schemas.openxmlformats.org/drawingml/2006/main">
            <a:r>
              <a:t>3. Everyone retrieves: All group members attempt before discussing answers.</a:t>
            </a:r>
          </a:p>
          <a:p xmlns:a="http://schemas.openxmlformats.org/drawingml/2006/main">
            <a:r>
              <a:t>4. Check and cover gaps: Verify responses and deliberately revisit unselected slots.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Check: Chance does not guarantee coverage. Do not let one confident student answer for everyone.</a:t>
            </a:r>
          </a:p>
          <a:p xmlns:a="http://schemas.openxmlformats.org/drawingml/2006/main">
            <a:r>
              <a:t>Adapt: Use a fixed sequence when randomness leaves gaps, and avoid rewarding speed.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setup: Replace bracketed text before teaching. All text and shapes are editable. Duplicate the slide for answers or another prompt. For card activities, separate prompt and answer sides before printing.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Materials: Paper with a clock divided into labelled topic sections</a:t>
            </a:r>
          </a:p>
          <a:p xmlns:a="http://schemas.openxmlformats.org/drawingml/2006/main">
            <a:r>
              <a:t>Suggested time including feedback: 10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Label the sections: Choose four to six taught subtopics and give each a clock section.</a:t>
            </a:r>
          </a:p>
          <a:p xmlns:a="http://schemas.openxmlformats.org/drawingml/2006/main">
            <a:r>
              <a:t>2. Recall independently: Write relevant knowledge in each section, with notes closed.</a:t>
            </a:r>
          </a:p>
          <a:p xmlns:a="http://schemas.openxmlformats.org/drawingml/2006/main">
            <a:r>
              <a:t>3. Find a connection: Explain a link between ideas in two different sections.</a:t>
            </a:r>
          </a:p>
          <a:p xmlns:a="http://schemas.openxmlformats.org/drawingml/2006/main">
            <a:r>
              <a:t>4. Check and revisit: Correct errors; later retrieve a weak section without looking.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Check: The clock is an organiser, not a race. Avoid twelve rushed sections that leave no time for correction.</a:t>
            </a:r>
          </a:p>
          <a:p xmlns:a="http://schemas.openxmlformats.org/drawingml/2006/main">
            <a:r>
              <a:t>Adapt: Use fewer sections, larger paper or a simple rectangular grid.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c370b4dd4041b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d9c4a6fdc8490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cf4a1607bb441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2e4979d2ce410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ddd316c8814c8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d911f491d8443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BB5A054A-B27B-419E-8FD6-7C33C245A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1A309AB-392F-4C2F-BECC-A852FA116E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70993D7-AFBC-4D6F-B635-AC36F3E5FC1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EC5ABFF7-E8BC-42A8-9679-F2D3B755B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CBC2F62-9AA1-4CEF-B0C2-58AB144726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D7D938E4-50EF-4979-BDFB-F6346504B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5B99DFE-311A-47A1-9354-BB6E7CE1DC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5112D9BC-2A10-4CCA-A6A8-5F66F0FC69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299B0990-BF3C-4AA2-B390-FF2B0E6C7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B7902FB-5FDF-4B1A-AB3D-BDC9FA3C0C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C7209D8-743E-4D05-8807-E7884888FD3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2CD1F06-3C92-4914-BBE0-1091EC42454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52F13E18-5753-4EE0-932E-010A4371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AACD257-6FA1-4BE1-B3C8-A807EDB43F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D4A7AE1-3245-43DE-B1B8-1975352CA0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6d6995ab7a34d4f" /><Relationship Type="http://schemas.openxmlformats.org/officeDocument/2006/relationships/slideLayout" Target="/ppt/slideLayouts/slideLayout1.xml" Id="R1c20b0e39a4b487f" /><Relationship Type="http://schemas.openxmlformats.org/officeDocument/2006/relationships/slideLayout" Target="/ppt/slideLayouts/slideLayout2.xml" Id="Re77203ed4bea46be" /><Relationship Type="http://schemas.openxmlformats.org/officeDocument/2006/relationships/slideLayout" Target="/ppt/slideLayouts/slideLayout3.xml" Id="R1a04b29112b142f1" /><Relationship Type="http://schemas.openxmlformats.org/officeDocument/2006/relationships/slideLayout" Target="/ppt/slideLayouts/slideLayout4.xml" Id="R5f60ae1567684270" /><Relationship Type="http://schemas.openxmlformats.org/officeDocument/2006/relationships/slideLayout" Target="/ppt/slideLayouts/slideLayout5.xml" Id="Rb4a3c93a59fd405b" /><Relationship Type="http://schemas.openxmlformats.org/officeDocument/2006/relationships/slideLayout" Target="/ppt/slideLayouts/slideLayout6.xml" Id="R7573919554d5416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c20b0e39a4b487f"/>
    <p:sldLayoutId xmlns:r="http://schemas.openxmlformats.org/officeDocument/2006/relationships" id="2147483650" r:id="Re77203ed4bea46be"/>
    <p:sldLayoutId xmlns:r="http://schemas.openxmlformats.org/officeDocument/2006/relationships" id="2147483651" r:id="R1a04b29112b142f1"/>
    <p:sldLayoutId xmlns:r="http://schemas.openxmlformats.org/officeDocument/2006/relationships" id="2147483652" r:id="R5f60ae1567684270"/>
    <p:sldLayoutId xmlns:r="http://schemas.openxmlformats.org/officeDocument/2006/relationships" id="2147483653" r:id="Rb4a3c93a59fd405b"/>
    <p:sldLayoutId xmlns:r="http://schemas.openxmlformats.org/officeDocument/2006/relationships" id="2147483654" r:id="R7573919554d5416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de091e5e5747d6" /><Relationship Type="http://schemas.openxmlformats.org/officeDocument/2006/relationships/notesSlide" Target="/ppt/notesSlides/notesSlide1.xml" Id="R46fad1e87336433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1b5c54da094a56" /><Relationship Type="http://schemas.openxmlformats.org/officeDocument/2006/relationships/notesSlide" Target="/ppt/notesSlides/notesSlide2.xml" Id="R703aa5bf80b140d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22a6acc76a40ff" /><Relationship Type="http://schemas.openxmlformats.org/officeDocument/2006/relationships/notesSlide" Target="/ppt/notesSlides/notesSlide3.xml" Id="Ra138a4bad58e4ad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562ff7fce4470e" /><Relationship Type="http://schemas.openxmlformats.org/officeDocument/2006/relationships/notesSlide" Target="/ppt/notesSlides/notesSlide4.xml" Id="Ra900f117b335443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c8bbaa244b4c0d" /><Relationship Type="http://schemas.openxmlformats.org/officeDocument/2006/relationships/notesSlide" Target="/ppt/notesSlides/notesSlide5.xml" Id="R45eccdd769aa411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34f26f8c154abc" /><Relationship Type="http://schemas.openxmlformats.org/officeDocument/2006/relationships/notesSlide" Target="/ppt/notesSlides/notesSlide6.xml" Id="Rf9b1ebcfa5084bd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2822d8b9ed478a" /><Relationship Type="http://schemas.openxmlformats.org/officeDocument/2006/relationships/notesSlide" Target="/ppt/notesSlides/notesSlide7.xml" Id="Rd69c38a6dbf640b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c96537b9aa4bab" /><Relationship Type="http://schemas.openxmlformats.org/officeDocument/2006/relationships/notesSlide" Target="/ppt/notesSlides/notesSlide8.xml" Id="R60fd74a0f65a476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5593c61e704bff" /><Relationship Type="http://schemas.openxmlformats.org/officeDocument/2006/relationships/notesSlide" Target="/ppt/notesSlides/notesSlide9.xml" Id="Rd7f99d1583da4a0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40101f87774331" /><Relationship Type="http://schemas.openxmlformats.org/officeDocument/2006/relationships/notesSlide" Target="/ppt/notesSlides/notesSlide10.xml" Id="R2e096a0d866e40a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42a4e54e394228" /><Relationship Type="http://schemas.openxmlformats.org/officeDocument/2006/relationships/notesSlide" Target="/ppt/notesSlides/notesSlide11.xml" Id="Rcfcf60715e4c4ce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b4131f7b574932" /><Relationship Type="http://schemas.openxmlformats.org/officeDocument/2006/relationships/notesSlide" Target="/ppt/notesSlides/notesSlide12.xml" Id="Rb6599ebbcba84ec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0e60820abb4c23" /><Relationship Type="http://schemas.openxmlformats.org/officeDocument/2006/relationships/notesSlide" Target="/ppt/notesSlides/notesSlide13.xml" Id="Rdb0e9e7a0bd8494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b9b2d96f2f41da" /><Relationship Type="http://schemas.openxmlformats.org/officeDocument/2006/relationships/notesSlide" Target="/ppt/notesSlides/notesSlide14.xml" Id="Rb91bc5753d504be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D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A9B20F-AAE9-473D-8235-223A75F7F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Brain dump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44B3C6-07C7-4D2D-9D21-DFB32F1A6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topic or retrieval focus]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992CA7-8791-40D1-8775-A7B4EC6C4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73CFDB-BCD4-4642-B3D5-EBA8B68A1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  Recall from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38EDB1-46AC-4DF7-8028-FDEE5B00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504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  Check and improve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E0343A-46CE-4749-B58E-6E090A2DD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3DC89C-03AA-452B-83FD-AC2204205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D6393F-652E-4130-A223-0FFE647B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41647-7C28-45FE-9DAA-86F43CA2E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66975"/>
            <a:ext cx="10039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What can you remember?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29E4CF-ECF6-4BE8-BDFC-2C69E1C0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105537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recall focus or headings]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20D2E8-E5EB-4FAD-A8F6-06633903A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Write, sketch and connect ideas from memory.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86FE63-9389-47D7-A51B-96684F3A5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C6BEB-C0AC-48E1-A8C3-C3DB2CD23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Time: [Minutes]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89C838-61DD-4587-B976-D12807F76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191250"/>
            <a:ext cx="729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Feedback: [Your checking routine]</a:t>
            </a:r>
          </a:p>
        </p:txBody>
      </p:sp>
    </p:spTree>
    <p:extLst>
      <p:ext uri="{BB962C8B-B14F-4D97-AF65-F5344CB8AC3E}">
        <p14:creationId xmlns:p14="http://schemas.microsoft.com/office/powerpoint/2010/main" val="148006714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D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EBA927-14F7-42A5-A6F1-628EDE5E7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Two things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1575C2-97BD-41EE-89F5-E921AEFF3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topic or retrieval focus]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9EF846-43C7-41C9-AF90-273B34902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59D287-4BE3-4913-8C39-56642C1B3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  Recall from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D28655-3445-4BAA-81F4-24A0AECF4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504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  Check and improve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8103CA-C76A-4904-8DF7-03981AAC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5400675" cy="337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24D9B7-6E5F-4206-8DB7-4E1080423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E4D690-D454-4909-A409-EDB0F8877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D582AF-9883-4BE9-94DF-038BDCCD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66975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First thing I remember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697ED8-98D8-4228-9A52-52CC61B44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4981575" cy="2466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focus]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1A7BBF-0FAE-4621-9F7B-F8D68EDC2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47900"/>
            <a:ext cx="5400675" cy="337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C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A5F2BA-2431-4892-A806-351A13981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F4D87E-F7C6-4D72-89C1-8D806ED59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6A33DD-ADF5-4B42-888C-5E98257AC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466975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Second thing I remember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2A528F-3A6D-4DA6-9457-3259C9502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990850"/>
            <a:ext cx="4981575" cy="2466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focus]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EBF23E-ED1A-40BA-944C-FE410BF81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5B5F32-BFCA-4519-8B61-601CD66F2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Time: [Minutes]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B55E85-68DB-4162-896A-0F4EDB7FC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191250"/>
            <a:ext cx="729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Feedback: [Your checking routine]</a:t>
            </a:r>
          </a:p>
        </p:txBody>
      </p:sp>
    </p:spTree>
    <p:extLst>
      <p:ext uri="{BB962C8B-B14F-4D97-AF65-F5344CB8AC3E}">
        <p14:creationId xmlns:p14="http://schemas.microsoft.com/office/powerpoint/2010/main" val="7469381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D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33EC3-685D-4B52-BD2F-CCF0C5DA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Cops and robbers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89DE3F-2707-4F02-BA4E-403BFFCF6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topic or retrieval focus]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D27CA-305A-4A9F-BE7B-2ECDF7AA5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41D64F-C2FC-4C0E-B961-4297BDDB8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  Recall from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DE6CFB-A3EB-4838-B5B5-A29C07DDF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504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  Check and improve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B79134-B0E0-4C4E-957D-2355B76A3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5400675" cy="337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F2C029-BFE6-45C0-8C67-5221236B9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5DC0E8-2018-4493-A1BD-82F3C3382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208CE3-F5D7-41FB-A0B6-66647219F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66975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My recall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1BCD39-436D-4977-92CD-5F002D4F7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4981575" cy="2466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independent recall focus]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DE557A-BEFA-4D37-ABC1-45E17C759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47900"/>
            <a:ext cx="5400675" cy="337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C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38EE68-4A8B-4C51-B971-4D1AC0859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1D3183-D018-4764-991D-9C0A1B304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160C8B-C159-45D8-A506-9840BC17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466975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From peers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CC0E62-2996-4349-81A7-2EA59A18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990850"/>
            <a:ext cx="4981575" cy="2466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sharing instructions]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CBC2B6-BDF5-44E7-AE90-676E86222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1A683A-265C-4942-A24E-F6D965A76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Time: [Minutes]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FC268A-E5A6-4F39-B41A-2BA08B758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191250"/>
            <a:ext cx="729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Feedback: [Your checking routine]</a:t>
            </a:r>
          </a:p>
        </p:txBody>
      </p:sp>
    </p:spTree>
    <p:extLst>
      <p:ext uri="{BB962C8B-B14F-4D97-AF65-F5344CB8AC3E}">
        <p14:creationId xmlns:p14="http://schemas.microsoft.com/office/powerpoint/2010/main" val="20627338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D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5FC972B-C5E0-43B2-ADEF-50573382C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Retrieval challenge grid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96226C-2D2D-424C-8133-534077953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topic or retrieval focus]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88F710-928D-4F8C-808E-7035CFFDB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43708F-FC23-43BE-87AB-80A895C2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  Recall from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51E0E1-4E86-4738-8D5B-201338DD9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504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  Check and improve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365C7B-5B6D-40F3-BB95-DBF28222E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35433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FD35B5-F3B1-43A0-A73B-2A7D402CF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5E3746-22E6-4E96-B1BF-4D7427241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BE2584-8FD7-4D06-89EF-3D2419CC2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66975"/>
            <a:ext cx="2609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Last lesson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BDCB4F-E50F-40FD-BCEF-31F40B4E8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1242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prompt]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A478BB-CFAC-42E2-8C16-DB74A40E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247900"/>
            <a:ext cx="35433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C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BB9E83-512F-416D-AA78-5EEF8F596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5552FF-3666-4815-93C6-14B0D4C29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E67E5A-19A7-42B6-B650-D234A6424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466975"/>
            <a:ext cx="2609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Last week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8DD813-110A-4611-AFD9-E9C89571C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90850"/>
            <a:ext cx="31242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prompt]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2AFD4F-DD66-4E19-B7D9-E91B0153C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47900"/>
            <a:ext cx="35433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78E537-6864-404A-84F0-0926778A4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04C683-9594-457B-9B7A-BFB70F84A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393177-ACE7-4357-BC26-FB65559E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466975"/>
            <a:ext cx="2609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Earlier learning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B33A01-23F1-4542-8884-5A6F8A861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90850"/>
            <a:ext cx="31242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prompt]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C24886-BD95-4950-8329-6A6B88D20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35433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C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77287E-E800-4ABE-9049-2438622C1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91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CDAF00-32C9-4841-AC83-5DB44C0C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5767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34F045-61FF-431F-AA70-529B79E23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38625"/>
            <a:ext cx="2609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Last lesson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FA30DD-22B8-426B-ACC3-08DAA2513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31242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prompt]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E7006F-2EA7-4181-931C-4077FC32D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019550"/>
            <a:ext cx="35433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E90B5B8-542E-430E-8700-B735253DE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191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A2069A-0CE1-4787-A61F-1BCA40F29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25767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CA6007-23B4-4F4C-8B9D-4E6171972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238625"/>
            <a:ext cx="2609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Last week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941312E-24FF-4437-BC73-AA1CAC1B4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762500"/>
            <a:ext cx="31242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prompt]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D0AC5A8-6728-4DED-A610-5AB9F93D7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19550"/>
            <a:ext cx="35433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C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D22504-A454-4A54-8D54-6E6FA2E8D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91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4F4D738-FE18-4348-BDF5-05A7BDB5E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25767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05EA4A-8D4B-4A55-A3A8-DC5D9C65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238625"/>
            <a:ext cx="2609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Earlier learning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9BA45AE-5CBA-4339-982D-2026808B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762500"/>
            <a:ext cx="31242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prompt]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648AA59-376A-4A14-BBE5-8FADAA616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ED0DDE-6831-482C-B0FD-DBC9D8343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Time: [Minutes]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E074998-138E-48AD-B052-075DC2F85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191250"/>
            <a:ext cx="729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Feedback: [Your checking routine]</a:t>
            </a:r>
          </a:p>
        </p:txBody>
      </p:sp>
    </p:spTree>
    <p:extLst>
      <p:ext uri="{BB962C8B-B14F-4D97-AF65-F5344CB8AC3E}">
        <p14:creationId xmlns:p14="http://schemas.microsoft.com/office/powerpoint/2010/main" val="15261773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D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01A96D-EF93-4430-9862-BBD1151AE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Quiz–Quiz–Trade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3F8580-9535-4597-89FC-8A3D2FFCF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topic or retrieval focus]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4696EB-5458-4614-A83B-69F97FBD3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BF82BD-20B9-4AC6-AEB0-F178E9F17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  Recall from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F084CA-091E-40F8-BDD5-54FAB04F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504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  Check and improve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A5DA4B-A713-4C15-A14E-CC5FDBFA8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5400675" cy="337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08E92C-F041-4BE9-9CC1-9AC431D79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0D85C4-7106-47D3-A0EA-B2E402AF0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FC996E-8843-44B3-8FAD-ABE9BDEF9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66975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Prompt side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5AA17E-1ECE-4D00-A95F-6534D146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4981575" cy="2466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prompt]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99BFB7-EB77-4357-B666-44F55E7C9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47900"/>
            <a:ext cx="5400675" cy="337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C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23D406-A619-49B2-A2EA-8EF987208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7FB636-B776-4516-8A72-571120450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64AAC0-478B-42AA-B988-C4CE132F3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466975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Answer side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D79956-923A-4BB3-93A0-8B076066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990850"/>
            <a:ext cx="4981575" cy="2466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checked answer]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F6D795-E660-4533-B043-1ABE33F97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A1862E-FCBD-479A-9E0B-D17AED1FE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Time: [Minutes]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37A331-2BC4-4A63-AB47-3A1A1C3C8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191250"/>
            <a:ext cx="729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Feedback: [Your checking routine]</a:t>
            </a:r>
          </a:p>
        </p:txBody>
      </p:sp>
    </p:spTree>
    <p:extLst>
      <p:ext uri="{BB962C8B-B14F-4D97-AF65-F5344CB8AC3E}">
        <p14:creationId xmlns:p14="http://schemas.microsoft.com/office/powerpoint/2010/main" val="180309519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D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9076DC-4CEC-4E39-A2E1-078016A5B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Retrieval Roulette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19EE73-EF16-4954-A30D-04566EFE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topic or retrieval focus]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8F26A8-DB2A-4BEA-9003-783679052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D1E998-4AE6-454B-AD4E-49C293B2F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  Recall from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9E9D7F-2BD6-4F66-8322-945716061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504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  Check and improve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0E7229-9432-4986-A054-CCE13A9C0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5400675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29FF9E-068A-489E-B7AA-E82F0AE84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08B829-F599-443F-BB28-F49002E72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4284B0-DA75-4C4B-BDA5-D20AB081C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66975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Prompt 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1EED94-BE90-4A6A-95FC-507737F77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49815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previously taught prompt]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924006-92F9-4C99-A169-1B239F0F6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47900"/>
            <a:ext cx="5400675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C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7475E9-8EE1-41FE-B53E-19B478804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EB8665-86DE-40D0-9C82-89BA92100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18DDB8-2A10-40CD-9364-F60E6613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466975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Prompt 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F32C8D-18BD-4913-A2B5-690F39083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990850"/>
            <a:ext cx="49815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previously taught prompt]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24C62E-8FDD-478F-A411-AED7119B8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5400675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FEEB1B-D5F3-4EB0-9036-12ADA39A4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91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ECBD1D-3196-426B-8FD9-24C236ABE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5767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5D73BB-8797-4480-B1B0-4236D23D6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38625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Prompt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A13131-966F-49C7-87A4-61870752C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49815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previously taught prompt]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9A364F-5E20-4024-A11B-D15DB1118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19550"/>
            <a:ext cx="5400675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C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619C3A-8A38-4380-B4F2-DED516933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4191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8BBFCB-9323-4104-80B5-D0A67704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5767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6F8CCA-7A36-4688-8F30-276A16FC3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4238625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Prompt 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E8AC5E-7DC9-4DD7-BBA8-D9EC43824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762500"/>
            <a:ext cx="49815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previously taught prompt]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C31AD5-2DE3-4801-B767-B3C01566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FF2EAF-DEFD-4044-A69C-9B1ACF79D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Time: [Minutes]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0E0E11-AE14-4C99-A3E6-57723D300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191250"/>
            <a:ext cx="729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Feedback: [Your checking routine]</a:t>
            </a:r>
          </a:p>
        </p:txBody>
      </p:sp>
    </p:spTree>
    <p:extLst>
      <p:ext uri="{BB962C8B-B14F-4D97-AF65-F5344CB8AC3E}">
        <p14:creationId xmlns:p14="http://schemas.microsoft.com/office/powerpoint/2010/main" val="90147789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D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3441D9-49F0-4B9A-AD35-059CCC4D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Flashcard practice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93FBE4-0F98-4E7E-A20A-DA4915C54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topic or retrieval focus]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5A2DB0-44D1-4B27-95D9-7CB5E863A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9BD0A0-A5B8-4566-8F36-1128EB096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  Recall from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B2F34C-2D7A-4C0C-8905-437902F3D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504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  Check and improve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F4965D-822F-496F-864A-1C20D24D0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5400675" cy="337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E17751-C566-4210-8DEB-479E37107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57310F-8B66-485A-AD6A-F2C6546BD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CCD55F-76B9-4320-B6E9-B5802EAD3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66975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Prompt side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CDDCA9-92F6-4949-AF4B-9E1256E70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4981575" cy="2466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prompt]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D6FE82-59E9-47FA-AC2B-FDE664B0B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47900"/>
            <a:ext cx="5400675" cy="337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C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244466-7980-450A-89B4-14E683EF6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12B705-AF94-4238-AC6B-071B6200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748AAA-A37D-4A2E-914A-D6EF7D42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466975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Answer side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E0CBDD-E6A6-4656-B1AC-2FE52EEA1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990850"/>
            <a:ext cx="4981575" cy="2466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checked answer]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C687C3-503B-47CB-AC37-38FA6AB48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719106-43DB-4859-B8FE-FE9B4F42A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Time: [Minutes]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478B84-FFAC-490A-B1E2-3674C65C1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191250"/>
            <a:ext cx="729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Feedback: [Your checking routine]</a:t>
            </a:r>
          </a:p>
        </p:txBody>
      </p:sp>
    </p:spTree>
    <p:extLst>
      <p:ext uri="{BB962C8B-B14F-4D97-AF65-F5344CB8AC3E}">
        <p14:creationId xmlns:p14="http://schemas.microsoft.com/office/powerpoint/2010/main" val="19376976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D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6B5013-B55F-492A-B809-07333DB4D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Whiteboard recall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B81DB7-82F9-4D4A-A27E-0307AC739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topic or retrieval focus]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8E588F-B822-49EA-AF8A-01EC67571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1D8593-9B21-428C-B169-717A97EC4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  Recall from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37ACF4-0D11-4AA1-8206-0192683E6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504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  Check and improve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E06CEF-1576-43D2-A059-AC9E0F7C2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51EF83-A927-4CFA-8356-74B1B7CFB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C98598-B2A3-4BD3-8107-EA5999455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FED79E-AD36-46F9-B1D0-1DF6B8BF4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66975"/>
            <a:ext cx="10039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Think first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AFDA70-43E9-4D12-A806-571B787BB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105537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retrieval prompt]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2F9531-39F4-4EEC-9678-5B7BF4A14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Write. Cover your board. Reveal together on the signal.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882880-1B8F-474A-8A3D-B3513248F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E963D9-95B9-4197-AD04-427D158D9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Time: [Minutes]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44DB0E-0A9D-498B-BFA7-6587DDC2F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191250"/>
            <a:ext cx="729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Feedback: [Your checking routine]</a:t>
            </a:r>
          </a:p>
        </p:txBody>
      </p:sp>
    </p:spTree>
    <p:extLst>
      <p:ext uri="{BB962C8B-B14F-4D97-AF65-F5344CB8AC3E}">
        <p14:creationId xmlns:p14="http://schemas.microsoft.com/office/powerpoint/2010/main" val="10473418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D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1404C2-A520-41C9-AD6A-B41715BF4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Concept map from memory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0A5BBA-C0B1-499F-9527-BFB2A0AF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topic or retrieval focus]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8F9B67-D4BD-4645-9BF6-BB14A2DC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C0D17E-875C-4A39-8AA1-EAE57DF8A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  Recall from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4BBD25-D15C-44B3-9F25-2453D3CC1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504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  Check and improve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66C1E8-FFE8-4641-8E59-426D84B27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657475"/>
            <a:ext cx="392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C919D0-ED1B-4351-8089-0403A666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57475"/>
            <a:ext cx="19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03CBD3-834F-4F62-9EF8-5E6F0C75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5114925"/>
            <a:ext cx="392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93FC80-E479-4BF0-892B-092337FA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29125"/>
            <a:ext cx="19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7A5629-61A9-4E4F-B47C-1693BBFD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362325"/>
            <a:ext cx="24765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EEE9"/>
          </a:solidFill>
          <a:ln xmlns:a="http://schemas.openxmlformats.org/drawingml/2006/main" w="9525">
            <a:solidFill>
              <a:srgbClr val="A9BDB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525793-226C-41C6-980B-A1C9CA62A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705225"/>
            <a:ext cx="171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[Topic]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D092E1-4AA9-42FD-A97C-9462715F2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3524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17ECAB-7BCB-4CB1-BA51-EEB28241A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9555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[Idea or concept]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CCDDF2-82B9-4DFB-9554-6A334AC44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05050"/>
            <a:ext cx="3524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CE1D50-FBBD-4EB7-81AB-E629688CE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9555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[Idea or concept]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3A8B92-E164-48C2-8A44-4143DF7A4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3524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A3F2F1-AB5A-42D0-A782-54FF16E4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[Idea or concept]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0ED79D-9F85-4452-BF42-AEE71E524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762500"/>
            <a:ext cx="3524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B19311-D17B-4879-BE8A-26AB2EB6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953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[Idea or concept]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3F8817-3937-4D57-B635-BEFB41F9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56197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Add links and label the connections.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6E1095-9AF5-4AAE-BC65-A86A8E76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C9244F-FFC5-42A9-B1E5-A8117835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Time: [Minutes]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2120DD-0207-4417-B740-D22FDDEA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191250"/>
            <a:ext cx="729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Feedback: [Your checking routine]</a:t>
            </a:r>
          </a:p>
        </p:txBody>
      </p:sp>
    </p:spTree>
    <p:extLst>
      <p:ext uri="{BB962C8B-B14F-4D97-AF65-F5344CB8AC3E}">
        <p14:creationId xmlns:p14="http://schemas.microsoft.com/office/powerpoint/2010/main" val="11870625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D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CA146A-6F05-47AB-8108-351A935F0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Picture prompts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2BE643-EA4B-447C-9FF7-66F1CCA06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topic or retrieval focus]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A6B22B-55E0-4CF3-A540-5393723F8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DEBE1A-F303-48C2-98E2-1F0A41AEC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  Recall from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ED3651-D7BD-4B5A-8C42-C6837FAA0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504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  Check and improve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D8D05A-8DA1-4CB6-B9ED-CAC4FCC4B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5400675" cy="337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E6D890-F83A-4749-89DE-359A7B6BF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BFA7A3-76B5-4C05-9EC6-8D0A0F74B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89AE4D-8527-48E7-8735-8A056582B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66975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Look and recall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6E1B1A-F9DA-4C4A-93E7-53F99F2F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4981575" cy="2466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[Insert a familiar image]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43E42E-1471-4F04-8D1A-E9B01A455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47900"/>
            <a:ext cx="5400675" cy="337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C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0395DE-6971-400D-93C4-20E506E6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A2C8E5-DF32-48DB-B6CD-694EF08C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CB6B3E-F1DF-446D-9C81-E0B5135FD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466975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Explain what you remember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9AAFBF-D63F-428D-9456-4ED6EB234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990850"/>
            <a:ext cx="4981575" cy="2466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recall instructions]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078D1A-883B-4CD4-B7AB-9075C719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913EF7-65CB-40B7-A63B-956CF4B41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Time: [Minutes]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BB8FB3-7788-4330-9A06-2A2BA4575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191250"/>
            <a:ext cx="729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Feedback: [Your checking routine]</a:t>
            </a:r>
          </a:p>
        </p:txBody>
      </p:sp>
    </p:spTree>
    <p:extLst>
      <p:ext uri="{BB962C8B-B14F-4D97-AF65-F5344CB8AC3E}">
        <p14:creationId xmlns:p14="http://schemas.microsoft.com/office/powerpoint/2010/main" val="109768126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D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46E27D-A345-4A8F-A6A7-769F907D7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List 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2E5E34-5C72-4CB3-A44A-3935486C1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topic or retrieval focus]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FC7338-50C0-4115-9587-85296C9C1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DCB829-8EDC-4DB5-9F42-D4351D1C8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  Recall from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41172E-B397-4798-80C6-E5493F46F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504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  Check and improve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0A9E2D-97DD-4ECD-A055-61FEADEF0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116B86-AC32-46C4-9291-A95A3CCC2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CC778D-7E39-499A-823B-699CDDE7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548CB9-5890-4F4D-8CBB-A01E05D6B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66975"/>
            <a:ext cx="10039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What belongs in the list?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E5B8B5-E835-42CC-8040-4262BA587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105537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category and list length]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EEA12F-CEDB-402B-B6C5-8D1F641E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Choose one item and explain why it belongs.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EEADDA-99F2-4447-9285-EFE6A4D16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DCA6CF-0431-471C-AF8E-FF987B68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Time: [Minutes]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A5B154-A7A1-4CE1-A911-69827B5DB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191250"/>
            <a:ext cx="729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Feedback: [Your checking routine]</a:t>
            </a:r>
          </a:p>
        </p:txBody>
      </p:sp>
    </p:spTree>
    <p:extLst>
      <p:ext uri="{BB962C8B-B14F-4D97-AF65-F5344CB8AC3E}">
        <p14:creationId xmlns:p14="http://schemas.microsoft.com/office/powerpoint/2010/main" val="208368869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D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DB365AA-5376-42A5-8F7D-A54659902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Retrieval placemat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E95D0F-6781-4C99-AA02-220729CCB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topic or retrieval focus]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19F833-7AD0-45E9-927F-61737E1EC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896677-5F64-4267-870A-2DF77E8A5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  Recall from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7909D8-B675-4047-BA5E-387CD66C8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504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  Check and improve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BAD103-8458-4E9A-B419-B1972B228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5400675" cy="1343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144F8F-1E77-4CCB-AD19-D2486E823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9FA495-BC4C-4620-BF67-813BB561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E86782-3099-4E6E-B2CA-AA92B506C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66975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Learner 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198725-1EE4-4A90-99F4-79FFF229B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49815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Independent recall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2D3C2A-C5EB-4322-8F99-B2D700AAB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47900"/>
            <a:ext cx="5400675" cy="1343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C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1C6E7C-25B3-4067-B7D6-59364658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39225B-1EE1-4606-BAFF-473A02479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FF4CA2-EBFC-48DE-83DA-0156E16D7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466975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Learner 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7301EF-A948-44B0-89EB-AA317CA65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990850"/>
            <a:ext cx="49815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Independent recall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20311B-1E87-4E46-B9A8-46BBD8351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5400675" cy="1343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D96812-52C3-4B36-8131-709368744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338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AE308D-613E-4F46-811B-F7440C359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005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CD86E9-887F-44B8-80A9-94C3EA013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81450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Learner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1DD886-240E-461D-A815-E6789D844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05325"/>
            <a:ext cx="49815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Independent recall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311346-4265-4879-80EE-63E322999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762375"/>
            <a:ext cx="5400675" cy="1343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C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9F0FB9-1C25-4A3A-84CD-3039DE833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39338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82FBFD-1094-4123-B39C-D597692BD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0005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ED3CFE-5FA1-447F-97A4-188838C3F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981450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Learner 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29FB2D-4055-4865-8EBF-EF6D857A9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505325"/>
            <a:ext cx="49815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Independent recall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0B04F85-A9B5-4A4B-8E9B-720DDA976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BCF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061C3E-45AF-4BC4-B32B-9494352A2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62575"/>
            <a:ext cx="10629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Shared ideas after discussion: [Your instructions]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84C9EA7-6C77-4A39-8570-1E3EC77FC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BA2C8C-9863-49F0-A67D-C10F3CD2F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Time: [Minutes]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058C60-73C6-4711-8CA2-9DEAA5A0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191250"/>
            <a:ext cx="729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Feedback: [Your checking routine]</a:t>
            </a:r>
          </a:p>
        </p:txBody>
      </p:sp>
    </p:spTree>
    <p:extLst>
      <p:ext uri="{BB962C8B-B14F-4D97-AF65-F5344CB8AC3E}">
        <p14:creationId xmlns:p14="http://schemas.microsoft.com/office/powerpoint/2010/main" val="164143864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D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80D64BC-D6B3-4DEF-B06D-AF13E326F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Roll and retrieve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143836-2259-415C-98FD-D34FE5135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topic or retrieval focus]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55FF61-3D5C-4BFF-B446-83F9018A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49533B-482A-40C3-A888-F4A4E5D5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  Recall from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762C7C-0CB9-4081-A634-DB6323DB5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504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  Check and improve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14CCBA-AE3B-4DEA-969E-EE581A53C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35433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7F547D-957F-4490-8030-56F4C6672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08A552-FD88-48B0-B1B2-8313F5212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7F021E-E02E-4C2A-A395-5F13DEF55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66975"/>
            <a:ext cx="2609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Roll 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0A56D0-75DF-4F77-9B04-F68D07D5A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1242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prompt]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F32143-E7D7-4183-8A6C-0C1C44879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247900"/>
            <a:ext cx="35433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C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4E5EEB-22F4-4067-93E3-11C42485E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D349D3-C67E-4266-92C2-FB762E914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A819BD-1EDC-43CD-AA14-B7704360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466975"/>
            <a:ext cx="2609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Roll 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5106FD-5498-4668-ACF2-B0093D4C4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90850"/>
            <a:ext cx="31242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prompt]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AFD327-AB01-47BB-ACA2-7262EEDF1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47900"/>
            <a:ext cx="35433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5CEF23-B544-4579-A812-F733365E6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195BFE-9120-4DCB-8FD9-A5F9230F9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75AFA5-15F3-450D-81BD-A6C9BFFE9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466975"/>
            <a:ext cx="2609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Roll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D07C0A-812C-4A40-B612-687D4B756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90850"/>
            <a:ext cx="31242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prompt]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356EC0-280F-4FD4-8EA5-268A16EAD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35433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C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FA05C3-3448-411B-B6BC-F6AE80FE2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91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555E5B-DBC7-40B8-82C5-1BF2F0275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5767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823337-2BD9-4CFF-8D10-B1E3F8014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38625"/>
            <a:ext cx="2609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Roll 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97BECD-0D54-48C1-A820-44097512D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31242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prompt]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48A6AD-0AAA-4E9E-AD32-F18C2CBFF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019550"/>
            <a:ext cx="35433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E74182-E96D-4F74-B1FA-1C4A07D18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191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65DEDB-88D8-41AE-B179-8E5D1E933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25767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EA6724D-D651-4743-BF8E-64BC56006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238625"/>
            <a:ext cx="2609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Roll 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BBA295E-1116-4AD9-8302-6E3EE5DDE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762500"/>
            <a:ext cx="31242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prompt]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FC2B2D4-9C67-4F22-BE41-025AE346D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19550"/>
            <a:ext cx="35433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C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590DA25-3DBB-484D-81CD-D71FA1F44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91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37835C9-0DF3-4301-8F5B-77E149492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25767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F7F3F0F-E3A3-4645-8A01-B6E17960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238625"/>
            <a:ext cx="2609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Roll 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ABB14D8-38EF-4308-ADFA-6653C05B0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762500"/>
            <a:ext cx="31242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prompt]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A22BECD-A2BD-42F4-B0E1-B702420DF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E1BCCD9-2D76-4C90-86F3-2AEB07111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Time: [Minutes]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AD9C586-C756-4285-9B90-7BBDF6C0F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191250"/>
            <a:ext cx="729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Feedback: [Your checking routine]</a:t>
            </a:r>
          </a:p>
        </p:txBody>
      </p:sp>
    </p:spTree>
    <p:extLst>
      <p:ext uri="{BB962C8B-B14F-4D97-AF65-F5344CB8AC3E}">
        <p14:creationId xmlns:p14="http://schemas.microsoft.com/office/powerpoint/2010/main" val="213305824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D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EFB24E7-7165-4D1E-A247-D1763D81F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Retrieval clock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9F2E53-D6AE-4F9B-8384-ED1BE52F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topic or retrieval focus]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EBE659-923E-472F-9679-DF3472217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076C77-B0EF-42A7-9398-6D4F5D1DA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  Recall from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3441FA-C1E1-42F0-AA62-1FBD8B341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504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  Check and improve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FBD0E0-2A00-4116-8F2A-5A3A80E57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5400675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B5AAB-1C5D-45C2-9DA2-DEE64B208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A2FF24-F065-46CA-A3F8-3680A32B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4D7D07-1086-4848-8592-14C8C1638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66975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12 to 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44A294-2F54-49F9-8613-105366D17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49815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subtopic]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4AA6CC-DB85-4C64-BDC1-6304C837C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47900"/>
            <a:ext cx="5400675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C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5E7CF4-9F7F-4DA9-8F5B-82721976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4D1BE8-FD47-4F1A-B5F5-5566028F7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014F08-D486-4918-8B88-51892A943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466975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3 to 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0E9359-6947-4EE0-8C5B-489DB8D00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990850"/>
            <a:ext cx="49815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subtopic]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0B1873-B770-4E88-A6E7-330115A2C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5400675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239A02-6B99-400F-9D5F-FA7A6BFC6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91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2E4CB8-D374-4E62-B94E-EC019B43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5767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ADD946-97B9-4C0C-B245-FF570BD7A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38625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9 to 12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7DA680-FC0B-4337-87D9-E9401C0C8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49815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subtopic]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38F9C8-B222-474F-87F1-B7943FEA2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19550"/>
            <a:ext cx="5400675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C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330EF0-D445-4E4C-B108-7E0549292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4191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41F9E8-2B9E-4B32-9FF7-4A67C1A52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5767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1CE5BB-4995-48F8-95DB-33C0FA42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4238625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6 to 9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00690F-4D5C-447E-B4E8-5ACFED4F6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762500"/>
            <a:ext cx="49815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subtopic]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388C01-E493-4ABE-898F-AEFB3D4F3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34BFD4-106A-4462-BEAD-1D05EACED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Time: [Minutes]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D767B3-D1C0-4D13-B999-40C5AE581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191250"/>
            <a:ext cx="729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Feedback: [Your checking routine]</a:t>
            </a:r>
          </a:p>
        </p:txBody>
      </p:sp>
    </p:spTree>
    <p:extLst>
      <p:ext uri="{BB962C8B-B14F-4D97-AF65-F5344CB8AC3E}">
        <p14:creationId xmlns:p14="http://schemas.microsoft.com/office/powerpoint/2010/main" val="20405334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2026-10-07T04:36:52.3890000Z</dcterms:created>
  <dcterms:modified xsi:type="dcterms:W3CDTF">2026-10-07T04:36:52.3890000Z</dcterms:modified>
</coreProperties>
</file>