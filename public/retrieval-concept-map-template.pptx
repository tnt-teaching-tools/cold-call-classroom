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976217d52a4a0a" /><Relationship Type="http://schemas.openxmlformats.org/officeDocument/2006/relationships/extended-properties" Target="/docProps/app.xml" Id="R9ad0f706c8144057" /><Relationship Type="http://schemas.openxmlformats.org/officeDocument/2006/relationships/officeDocument" Target="/ppt/presentation.xml" Id="R29ac0aeb563a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24f5ed53440e9"/>
  </p:sldMasterIdLst>
  <p:notesMasterIdLst>
    <p:notesMasterId xmlns:r="http://schemas.openxmlformats.org/officeDocument/2006/relationships" r:id="R9cb9b636608e495b"/>
  </p:notesMasterIdLst>
  <p:sldIdLst>
    <p:sldId xmlns:r="http://schemas.openxmlformats.org/officeDocument/2006/relationships" id="256" r:id="Rda5eb00e763a44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0fb674f97b4692" /><Relationship Type="http://schemas.openxmlformats.org/officeDocument/2006/relationships/slideMaster" Target="/ppt/slideMasters/slideMaster1.xml" Id="R8c324f5ed53440e9" /><Relationship Type="http://schemas.openxmlformats.org/officeDocument/2006/relationships/notesMaster" Target="/ppt/notesMasters/notesMaster1.xml" Id="R9cb9b636608e495b" /><Relationship Type="http://schemas.openxmlformats.org/officeDocument/2006/relationships/presProps" Target="/ppt/presProps.xml" Id="R6f269b0ac6eb4b88" /><Relationship Type="http://schemas.openxmlformats.org/officeDocument/2006/relationships/tableStyles" Target="/ppt/tableStyles.xml" Id="R4d0d3ae57dbd4b21" /><Relationship Type="http://schemas.openxmlformats.org/officeDocument/2006/relationships/slide" Target="/ppt/slides/slide1.xml" Id="Rda5eb00e763a44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d58129441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64307a9264d7a" /><Relationship Type="http://schemas.openxmlformats.org/officeDocument/2006/relationships/notesMaster" Target="/ppt/notesMasters/notesMaster1.xml" Id="Rb152b24d0f7845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Blank paper</a:t>
            </a:r>
          </a:p>
          <a:p xmlns:a="http://schemas.openxmlformats.org/drawingml/2006/main">
            <a:r>
              <a:t>Suggested time including feedback: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Start centrally: Write one previously taught topic in the middle of a page.</a:t>
            </a:r>
          </a:p>
          <a:p xmlns:a="http://schemas.openxmlformats.org/drawingml/2006/main">
            <a:r>
              <a:t>2. Recall concepts: Add remembered ideas without consulting a source.</a:t>
            </a:r>
          </a:p>
          <a:p xmlns:a="http://schemas.openxmlformats.org/drawingml/2006/main">
            <a:r>
              <a:t>3. Explain links: Connect ideas with phrases explaining their relationship.</a:t>
            </a:r>
          </a:p>
          <a:p xmlns:a="http://schemas.openxmlformats.org/drawingml/2006/main">
            <a:r>
              <a:t>4. Check the structure: Verify facts and links; redraw a small corrected section from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 map copied from notes is a different task. Check the linking phrases, not artistic presentation.</a:t>
            </a:r>
          </a:p>
          <a:p xmlns:a="http://schemas.openxmlformats.org/drawingml/2006/main">
            <a:r>
              <a:t>Adapt: Provide a few category headings without supplying all the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1378c63fb40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5e9fb993440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73bfa769346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272de7e4a45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3c009f4744d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d17c8496a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890E4C6-1EA3-4DDE-AA5D-9B613C7A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691FCB-0E4D-4F13-8C18-6E6FE8E93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17AA032-3E05-47EA-9746-6CA47CE485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D5ADF32-1649-4078-985B-3A0FF19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9B50718-91C5-4FB4-90C2-6F30ACDF5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3C2A0AE-2663-4661-9E5E-0D3DC88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3B2221-F13B-4D5A-86B5-14B7592B0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394DDB4-873D-4E82-9AB6-DDC570D3AA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0138DF-C02C-4821-8BCB-ED97DD06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A8DF69-1434-4146-9D92-6155B9C66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677679-1966-460C-81CF-04EF755C29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E1602D-F530-45B1-B1D8-2D189D9E1F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464085-1AB7-4BD3-AFFF-EACF07C7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21274E-BE0A-483E-BC09-CCB88509D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4B663B-CB0F-411E-98BF-8135B09B4D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5a30ee98b24571" /><Relationship Type="http://schemas.openxmlformats.org/officeDocument/2006/relationships/slideLayout" Target="/ppt/slideLayouts/slideLayout1.xml" Id="Rd9ca92eb03c44fc8" /><Relationship Type="http://schemas.openxmlformats.org/officeDocument/2006/relationships/slideLayout" Target="/ppt/slideLayouts/slideLayout2.xml" Id="R507f8de5c9db4dac" /><Relationship Type="http://schemas.openxmlformats.org/officeDocument/2006/relationships/slideLayout" Target="/ppt/slideLayouts/slideLayout3.xml" Id="R33234b4ab5c94e34" /><Relationship Type="http://schemas.openxmlformats.org/officeDocument/2006/relationships/slideLayout" Target="/ppt/slideLayouts/slideLayout4.xml" Id="R53323cdb0c744835" /><Relationship Type="http://schemas.openxmlformats.org/officeDocument/2006/relationships/slideLayout" Target="/ppt/slideLayouts/slideLayout5.xml" Id="R21adcb0abb194737" /><Relationship Type="http://schemas.openxmlformats.org/officeDocument/2006/relationships/slideLayout" Target="/ppt/slideLayouts/slideLayout6.xml" Id="R276e6cdfba73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ca92eb03c44fc8"/>
    <p:sldLayoutId xmlns:r="http://schemas.openxmlformats.org/officeDocument/2006/relationships" id="2147483650" r:id="R507f8de5c9db4dac"/>
    <p:sldLayoutId xmlns:r="http://schemas.openxmlformats.org/officeDocument/2006/relationships" id="2147483651" r:id="R33234b4ab5c94e34"/>
    <p:sldLayoutId xmlns:r="http://schemas.openxmlformats.org/officeDocument/2006/relationships" id="2147483652" r:id="R53323cdb0c744835"/>
    <p:sldLayoutId xmlns:r="http://schemas.openxmlformats.org/officeDocument/2006/relationships" id="2147483653" r:id="R21adcb0abb194737"/>
    <p:sldLayoutId xmlns:r="http://schemas.openxmlformats.org/officeDocument/2006/relationships" id="2147483654" r:id="R276e6cdfba73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5b0e836654c87" /><Relationship Type="http://schemas.openxmlformats.org/officeDocument/2006/relationships/notesSlide" Target="/ppt/notesSlides/notesSlide1.xml" Id="Re2ca90c3feae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66C07-3130-428D-BB7B-477B4C73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Concept map from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044E8-6940-4C36-88B9-23629722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5AE5-8966-4D4D-BD08-F8498351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896C0-6DAF-46FD-BB25-B2EA756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7BC20-EFB4-45CC-BC1A-5ED491A1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A395E-E682-46FC-AC0F-7FCDE391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57475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E11E1-2FA5-4A21-9088-4DF2F51F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57475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7A514-3A91-4125-AB0F-C04FAE4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114925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C4EE3-D875-4593-A750-70C39161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5D63F-962A-4BD7-A783-F039323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62325"/>
            <a:ext cx="24765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E9"/>
          </a:solidFill>
          <a:ln xmlns:a="http://schemas.openxmlformats.org/drawingml/2006/main" w="9525">
            <a:solidFill>
              <a:srgbClr val="A9BDB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26CE8-6968-4998-BBFA-435FD63A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052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[Topic]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063C7-E728-44F6-B5B0-B0BD3717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52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B7981-AC8F-4DA7-AD90-AB93F5A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[Idea or concept]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38DEA5-9340-4712-B0A7-234D7BBD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352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20541-918B-464E-AF57-9ACC5C6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[Idea or concept]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668E0-2ECF-45D6-800B-7075B72A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52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05901-619F-4E63-BCCE-387A175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[Idea or concept]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E957C-6596-452F-B20A-198AC89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352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0B509-7C15-4441-A192-6D49D84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530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[Idea or concept]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731E3-59C5-457F-A8AA-F7C2A0C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19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Add links and label the connections.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D5736-1873-45F9-BF2A-CE12BFD2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89455-B187-4937-B2BE-20184B31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CEDA8-FC64-4D19-9308-1F82D713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2111776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2026-10-07T04:36:56.0250000Z</dcterms:created>
  <dcterms:modified xsi:type="dcterms:W3CDTF">2026-10-07T04:36:56.0250000Z</dcterms:modified>
</coreProperties>
</file>