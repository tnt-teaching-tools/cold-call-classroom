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707ff7e13d40fa" /><Relationship Type="http://schemas.openxmlformats.org/officeDocument/2006/relationships/extended-properties" Target="/docProps/app.xml" Id="R72fa035f8b2e46b8" /><Relationship Type="http://schemas.openxmlformats.org/officeDocument/2006/relationships/officeDocument" Target="/ppt/presentation.xml" Id="R30b86aef096242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c9b97f259d4136"/>
  </p:sldMasterIdLst>
  <p:notesMasterIdLst>
    <p:notesMasterId xmlns:r="http://schemas.openxmlformats.org/officeDocument/2006/relationships" r:id="Rf831aa2cd005497e"/>
  </p:notesMasterIdLst>
  <p:sldIdLst>
    <p:sldId xmlns:r="http://schemas.openxmlformats.org/officeDocument/2006/relationships" id="256" r:id="R54a476ed19b9405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45028227314c4e" /><Relationship Type="http://schemas.openxmlformats.org/officeDocument/2006/relationships/slideMaster" Target="/ppt/slideMasters/slideMaster1.xml" Id="Rcfc9b97f259d4136" /><Relationship Type="http://schemas.openxmlformats.org/officeDocument/2006/relationships/notesMaster" Target="/ppt/notesMasters/notesMaster1.xml" Id="Rf831aa2cd005497e" /><Relationship Type="http://schemas.openxmlformats.org/officeDocument/2006/relationships/presProps" Target="/ppt/presProps.xml" Id="Rbe9bdd79ac1e484c" /><Relationship Type="http://schemas.openxmlformats.org/officeDocument/2006/relationships/tableStyles" Target="/ppt/tableStyles.xml" Id="R3efa94e293544537" /><Relationship Type="http://schemas.openxmlformats.org/officeDocument/2006/relationships/slide" Target="/ppt/slides/slide1.xml" Id="R54a476ed19b940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85d91755d746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636b6ecd834723" /><Relationship Type="http://schemas.openxmlformats.org/officeDocument/2006/relationships/notesMaster" Target="/ppt/notesMasters/notesMaster1.xml" Id="R020c113ab99d40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Concept map from memory</a:t>
            </a:r>
          </a:p>
          <a:p xmlns:a="http://schemas.openxmlformats.org/drawingml/2006/main">
            <a:r>
              <a:t>Materials: Blank paper</a:t>
            </a:r>
          </a:p>
          <a:p xmlns:a="http://schemas.openxmlformats.org/drawingml/2006/main">
            <a:r>
              <a:t>Suggested total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Start centrally: Write one previously taught topic in the middle of a page.</a:t>
            </a:r>
          </a:p>
          <a:p xmlns:a="http://schemas.openxmlformats.org/drawingml/2006/main">
            <a:r>
              <a:t>2. Recall concepts: Add remembered ideas without consulting a source.</a:t>
            </a:r>
          </a:p>
          <a:p xmlns:a="http://schemas.openxmlformats.org/drawingml/2006/main">
            <a:r>
              <a:t>3. Explain links: Connect ideas with phrases explaining their relationship.</a:t>
            </a:r>
          </a:p>
          <a:p xmlns:a="http://schemas.openxmlformats.org/drawingml/2006/main">
            <a:r>
              <a:t>4. Check the structure: Verify facts and links; redraw a small corrected section from memory.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 map copied from notes is a different task. Check the linking phrases, not artistic presentation.</a:t>
            </a:r>
          </a:p>
          <a:p xmlns:a="http://schemas.openxmlformats.org/drawingml/2006/main">
            <a:r>
              <a:t>Adapt: Provide a few category headings without supplying all the facts.</a:t>
            </a:r>
          </a:p>
          <a:p xmlns:a="http://schemas.openxmlformats.org/drawingml/2006/main">
            <a:r>
              <a:t>Credit: Shared concept-mapping method; TNT retrieval adaptation</a:t>
            </a:r>
          </a:p>
          <a:p xmlns:a="http://schemas.openxmlformats.org/drawingml/2006/main">
            <a:r>
              <a:t>No sole creator is claimed for this memory-first classroom variant. Karpicke and Blunt (2011) provide related research on retrieval and concept mapping, not proof that every map format is superior.</a:t>
            </a:r>
          </a:p>
          <a:p xmlns:a="http://schemas.openxmlformats.org/drawingml/2006/main">
            <a:r>
              <a:t>Source: https://doi.org/10.1126/science.1199327</a:t>
            </a:r>
          </a:p>
          <a:p xmlns:a="http://schemas.openxmlformats.org/drawingml/2006/main">
            <a:r>
              <a:t>Full guide: https://tnt-teaching-tools.github.io/cold-call-classroom/retrieval-concept-map.html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4059cd0a449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38163763749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a7efe3dde4c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0b84d8edf946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fd56ea61e645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a1c8a67ce345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E94A15E-6A04-41A0-970D-1326A72A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28F1AA5-8F16-4346-8CDE-4C8D177AD4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D6963CF-5CB3-412B-B7A6-D8CDAD7229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2931CFA-960A-4F30-A3D6-ECDD8554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992722E-441A-401F-BEE1-F5C60EE0E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4BC820B-0649-4D58-9688-93AF0D09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9C56ED-FBCD-4588-9936-86DA70780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CFA49FC-138B-4AD8-95FD-A4E7F4D662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4403E5D-2819-4E97-B58A-31784946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3CB3ED7-D507-4904-BBEC-39A09D87FF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19C6CFC-F8D1-486C-9147-0001F83398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466D7C-C740-4AF9-BAC9-C8F055B0FB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9ECEEBD-412A-401F-930D-67EB6873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D940C2B-AE60-4FC1-A5F1-B8038CF81D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810FE4-D607-4736-B90A-674D5039F1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582baa818f4668" /><Relationship Type="http://schemas.openxmlformats.org/officeDocument/2006/relationships/slideLayout" Target="/ppt/slideLayouts/slideLayout1.xml" Id="R79613c6ce17b4ced" /><Relationship Type="http://schemas.openxmlformats.org/officeDocument/2006/relationships/slideLayout" Target="/ppt/slideLayouts/slideLayout2.xml" Id="R9e8b45b976804c19" /><Relationship Type="http://schemas.openxmlformats.org/officeDocument/2006/relationships/slideLayout" Target="/ppt/slideLayouts/slideLayout3.xml" Id="R01d25ecdf6ac45e5" /><Relationship Type="http://schemas.openxmlformats.org/officeDocument/2006/relationships/slideLayout" Target="/ppt/slideLayouts/slideLayout4.xml" Id="R5d195189e3244864" /><Relationship Type="http://schemas.openxmlformats.org/officeDocument/2006/relationships/slideLayout" Target="/ppt/slideLayouts/slideLayout5.xml" Id="R0e3e131beacc41df" /><Relationship Type="http://schemas.openxmlformats.org/officeDocument/2006/relationships/slideLayout" Target="/ppt/slideLayouts/slideLayout6.xml" Id="R0da4c5809b1e48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613c6ce17b4ced"/>
    <p:sldLayoutId xmlns:r="http://schemas.openxmlformats.org/officeDocument/2006/relationships" id="2147483650" r:id="R9e8b45b976804c19"/>
    <p:sldLayoutId xmlns:r="http://schemas.openxmlformats.org/officeDocument/2006/relationships" id="2147483651" r:id="R01d25ecdf6ac45e5"/>
    <p:sldLayoutId xmlns:r="http://schemas.openxmlformats.org/officeDocument/2006/relationships" id="2147483652" r:id="R5d195189e3244864"/>
    <p:sldLayoutId xmlns:r="http://schemas.openxmlformats.org/officeDocument/2006/relationships" id="2147483653" r:id="R0e3e131beacc41df"/>
    <p:sldLayoutId xmlns:r="http://schemas.openxmlformats.org/officeDocument/2006/relationships" id="2147483654" r:id="R0da4c5809b1e48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53a3e613684f23" /><Relationship Type="http://schemas.openxmlformats.org/officeDocument/2006/relationships/notesSlide" Target="/ppt/notesSlides/notesSlide1.xml" Id="R162a537019294e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D14F39-B1B9-49CC-83EC-E50E1C37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Concept map from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B69AA-B5A8-4399-89B8-C04DD514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B69C1D-BE31-41A4-8BD5-DEFA40FE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A8BBE8-339B-49A7-A4A6-AA0C8F10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195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[Topic]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9D973-D25C-4A0C-B08B-DDE1779D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524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[Idea or concept]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B14E1-D81C-4840-AA80-EDF05BB6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581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[Idea or concept]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4146F6-3DCE-4C61-B3D4-66F9B13E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3524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[Idea or concept]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AF2F6-6FEB-4B95-83C4-465412C2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810125"/>
            <a:ext cx="3581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[Idea or concept]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23BF91-9106-4F68-97DA-4D5EF44D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24375"/>
            <a:ext cx="381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Add remembered ideas and label the connections.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6E11C-6429-44E7-8566-D8C612ED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345DBB-863E-4C98-B4AB-F90BDBA2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1400863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2026-10-07T03:43:14.7240000Z</dcterms:created>
  <dcterms:modified xsi:type="dcterms:W3CDTF">2026-10-07T03:43:14.7240000Z</dcterms:modified>
</coreProperties>
</file>