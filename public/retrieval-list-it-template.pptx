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5eec37bf5042f4" /><Relationship Type="http://schemas.openxmlformats.org/officeDocument/2006/relationships/extended-properties" Target="/docProps/app.xml" Id="R24103ebec3b84ef8" /><Relationship Type="http://schemas.openxmlformats.org/officeDocument/2006/relationships/officeDocument" Target="/ppt/presentation.xml" Id="Rd020013a2ba649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47461a769d4d86"/>
  </p:sldMasterIdLst>
  <p:notesMasterIdLst>
    <p:notesMasterId xmlns:r="http://schemas.openxmlformats.org/officeDocument/2006/relationships" r:id="R30ace8d63c5340dc"/>
  </p:notesMasterIdLst>
  <p:sldIdLst>
    <p:sldId xmlns:r="http://schemas.openxmlformats.org/officeDocument/2006/relationships" id="256" r:id="R3c4cbccfbe9a48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fb1bc1992b41a3" /><Relationship Type="http://schemas.openxmlformats.org/officeDocument/2006/relationships/slideMaster" Target="/ppt/slideMasters/slideMaster1.xml" Id="Rce47461a769d4d86" /><Relationship Type="http://schemas.openxmlformats.org/officeDocument/2006/relationships/notesMaster" Target="/ppt/notesMasters/notesMaster1.xml" Id="R30ace8d63c5340dc" /><Relationship Type="http://schemas.openxmlformats.org/officeDocument/2006/relationships/presProps" Target="/ppt/presProps.xml" Id="Rca8acc0606c24c1e" /><Relationship Type="http://schemas.openxmlformats.org/officeDocument/2006/relationships/tableStyles" Target="/ppt/tableStyles.xml" Id="Rf8d5146981464593" /><Relationship Type="http://schemas.openxmlformats.org/officeDocument/2006/relationships/slide" Target="/ppt/slides/slide1.xml" Id="R3c4cbccfbe9a48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6a3310fcfc43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9e7748da8f4d48" /><Relationship Type="http://schemas.openxmlformats.org/officeDocument/2006/relationships/notesMaster" Target="/ppt/notesMasters/notesMaster1.xml" Id="R033ff15a37124c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or mini whiteboards</a:t>
            </a:r>
          </a:p>
          <a:p xmlns:a="http://schemas.openxmlformats.org/drawingml/2006/main">
            <a:r>
              <a:t>Suggested time including feedback: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Name a category: Choose a bounded category from previously taught content.</a:t>
            </a:r>
          </a:p>
          <a:p xmlns:a="http://schemas.openxmlformats.org/drawingml/2006/main">
            <a:r>
              <a:t>2. Recall a short list: Everyone records remembered examples without notes.</a:t>
            </a:r>
          </a:p>
          <a:p xmlns:a="http://schemas.openxmlformats.org/drawingml/2006/main">
            <a:r>
              <a:t>3. Add the reasoning: Ask students to explain why one item belongs in the category.</a:t>
            </a:r>
          </a:p>
          <a:p xmlns:a="http://schemas.openxmlformats.org/drawingml/2006/main">
            <a:r>
              <a:t>4. Check the set: Verify each item and correct false inclusions.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longer list is not necessarily better understanding. Check accuracy and explanations.</a:t>
            </a:r>
          </a:p>
          <a:p xmlns:a="http://schemas.openxmlformats.org/drawingml/2006/main">
            <a:r>
              <a:t>Adapt: Set an achievable list length and offer narrower category cues.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c351efd8a546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49374eb184e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7c6104a29482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e4a6e25a294e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bb3bb53e564dc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c2418d9a245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FC21D20-A2E5-4AD1-9D4B-891F24F7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3B27C3B-7402-4B63-9155-6F47300706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3CA0CB0-DE72-4D81-A739-4289BDA3C6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3509190-C50D-4C08-9D3E-E7B81BAF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B197579-0114-4BAF-BA2C-FD1014C678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7F3E661-E9A6-42F8-BCDA-7717C550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9E489EC-4BF8-4B4B-A587-4442C42B7D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7EBD289-AC67-469A-ACFC-52D56C718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DDCAF0F-F3AA-415E-AAD6-E9CFE60D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374BB95-F452-4CEA-8456-B17DBFDFD2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139A74E-B88A-4679-A31D-07B81CB109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043F0DB-FEED-42C9-A463-7B44DA12C07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60CB639-DDFB-48B9-9B03-904C3CF1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FDF23B-7F0F-41EB-8078-CFFBC6475F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09DB9D-E86B-44A9-95B7-B06C2AD9C4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504f8d215d4629" /><Relationship Type="http://schemas.openxmlformats.org/officeDocument/2006/relationships/slideLayout" Target="/ppt/slideLayouts/slideLayout1.xml" Id="Rf9f19dcf167d49e1" /><Relationship Type="http://schemas.openxmlformats.org/officeDocument/2006/relationships/slideLayout" Target="/ppt/slideLayouts/slideLayout2.xml" Id="R9fcc7855236a43b6" /><Relationship Type="http://schemas.openxmlformats.org/officeDocument/2006/relationships/slideLayout" Target="/ppt/slideLayouts/slideLayout3.xml" Id="R4df7c45b81e14996" /><Relationship Type="http://schemas.openxmlformats.org/officeDocument/2006/relationships/slideLayout" Target="/ppt/slideLayouts/slideLayout4.xml" Id="R7a4b3237791941cc" /><Relationship Type="http://schemas.openxmlformats.org/officeDocument/2006/relationships/slideLayout" Target="/ppt/slideLayouts/slideLayout5.xml" Id="Rd60cecc6b0334026" /><Relationship Type="http://schemas.openxmlformats.org/officeDocument/2006/relationships/slideLayout" Target="/ppt/slideLayouts/slideLayout6.xml" Id="Rbedd536d1d0b4f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f19dcf167d49e1"/>
    <p:sldLayoutId xmlns:r="http://schemas.openxmlformats.org/officeDocument/2006/relationships" id="2147483650" r:id="R9fcc7855236a43b6"/>
    <p:sldLayoutId xmlns:r="http://schemas.openxmlformats.org/officeDocument/2006/relationships" id="2147483651" r:id="R4df7c45b81e14996"/>
    <p:sldLayoutId xmlns:r="http://schemas.openxmlformats.org/officeDocument/2006/relationships" id="2147483652" r:id="R7a4b3237791941cc"/>
    <p:sldLayoutId xmlns:r="http://schemas.openxmlformats.org/officeDocument/2006/relationships" id="2147483653" r:id="Rd60cecc6b0334026"/>
    <p:sldLayoutId xmlns:r="http://schemas.openxmlformats.org/officeDocument/2006/relationships" id="2147483654" r:id="Rbedd536d1d0b4f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17b443c52f45af" /><Relationship Type="http://schemas.openxmlformats.org/officeDocument/2006/relationships/notesSlide" Target="/ppt/notesSlides/notesSlide1.xml" Id="R9b1424033e654d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3D06FF-FE27-4F5D-8E35-0ACC837C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List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94F3A-B946-44DB-A0BB-D776DA6D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B5E9C-8190-4082-93A3-C6033CB0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595DD5-28CE-49E1-B71B-20CC3EA7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4BB7B-ACD4-4444-8186-22012E7D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EF3D1-68C1-42EC-B742-891CDACA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33F9B-9EF7-40CB-A74C-8A9BFE24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B50C09-D064-4BBE-8F78-A8BF22E3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E88F5-7ABD-43E0-89BB-50B47092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10039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What belongs in the list?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DA54D-29F7-4752-9B66-F63A2554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105537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category and list length]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F4E7BF-2896-4D61-92FF-9AC32000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Choose one item and explain why it belongs.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588ABF-666A-4415-A390-417D86B8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11196-2EDC-4A44-A047-4985817A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69847-F0A2-4629-8FDC-D92DCB62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4516801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2026-10-07T04:36:17.0770000Z</dcterms:created>
  <dcterms:modified xsi:type="dcterms:W3CDTF">2026-10-07T04:36:17.0770000Z</dcterms:modified>
</coreProperties>
</file>