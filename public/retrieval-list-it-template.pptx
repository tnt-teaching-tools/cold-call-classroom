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593608936648c8" /><Relationship Type="http://schemas.openxmlformats.org/officeDocument/2006/relationships/extended-properties" Target="/docProps/app.xml" Id="R8c56338e90be4954" /><Relationship Type="http://schemas.openxmlformats.org/officeDocument/2006/relationships/officeDocument" Target="/ppt/presentation.xml" Id="R78cb52dd875c46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3a93de9d1d4d9f"/>
  </p:sldMasterIdLst>
  <p:notesMasterIdLst>
    <p:notesMasterId xmlns:r="http://schemas.openxmlformats.org/officeDocument/2006/relationships" r:id="Re5e4d1835de947b2"/>
  </p:notesMasterIdLst>
  <p:sldIdLst>
    <p:sldId xmlns:r="http://schemas.openxmlformats.org/officeDocument/2006/relationships" id="256" r:id="R57a669ecad344f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8fbe8c1e084186" /><Relationship Type="http://schemas.openxmlformats.org/officeDocument/2006/relationships/slideMaster" Target="/ppt/slideMasters/slideMaster1.xml" Id="R373a93de9d1d4d9f" /><Relationship Type="http://schemas.openxmlformats.org/officeDocument/2006/relationships/notesMaster" Target="/ppt/notesMasters/notesMaster1.xml" Id="Re5e4d1835de947b2" /><Relationship Type="http://schemas.openxmlformats.org/officeDocument/2006/relationships/presProps" Target="/ppt/presProps.xml" Id="Rf5bf6ec95bc34de6" /><Relationship Type="http://schemas.openxmlformats.org/officeDocument/2006/relationships/tableStyles" Target="/ppt/tableStyles.xml" Id="R7493ba3847544c41" /><Relationship Type="http://schemas.openxmlformats.org/officeDocument/2006/relationships/slide" Target="/ppt/slides/slide1.xml" Id="R57a669ecad344f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0343789d574e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59a89e494448e7" /><Relationship Type="http://schemas.openxmlformats.org/officeDocument/2006/relationships/notesMaster" Target="/ppt/notesMasters/notesMaster1.xml" Id="Re202653f427c4f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List it</a:t>
            </a:r>
          </a:p>
          <a:p xmlns:a="http://schemas.openxmlformats.org/drawingml/2006/main">
            <a:r>
              <a:t>Materials: Paper or mini whiteboards</a:t>
            </a:r>
          </a:p>
          <a:p xmlns:a="http://schemas.openxmlformats.org/drawingml/2006/main">
            <a:r>
              <a:t>Suggested total time including feedback: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Name a category: Choose a bounded category from previously taught content.</a:t>
            </a:r>
          </a:p>
          <a:p xmlns:a="http://schemas.openxmlformats.org/drawingml/2006/main">
            <a:r>
              <a:t>2. Recall a short list: Everyone records remembered examples without notes.</a:t>
            </a:r>
          </a:p>
          <a:p xmlns:a="http://schemas.openxmlformats.org/drawingml/2006/main">
            <a:r>
              <a:t>3. Add the reasoning: Ask students to explain why one item belongs in the category.</a:t>
            </a:r>
          </a:p>
          <a:p xmlns:a="http://schemas.openxmlformats.org/drawingml/2006/main">
            <a:r>
              <a:t>4. Check the set: Verify each item and correct false inclusions.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A longer list is not necessarily better understanding. Check accuracy and explanations.</a:t>
            </a:r>
          </a:p>
          <a:p xmlns:a="http://schemas.openxmlformats.org/drawingml/2006/main">
            <a:r>
              <a:t>Adapt: Set an achievable list length and offer narrower category cues.</a:t>
            </a:r>
          </a:p>
          <a:p xmlns:a="http://schemas.openxmlformats.org/drawingml/2006/main">
            <a:r>
              <a:t>Credit: Shared focused-recall routine; TNT classroom adaptation</a:t>
            </a:r>
          </a:p>
          <a:p xmlns:a="http://schemas.openxmlformats.org/drawingml/2006/main">
            <a:r>
              <a:t>No sole inventor is verified for this generic format. Its design follows cued-recall principles; it is not presented as a named researcher’s invention.</a:t>
            </a:r>
          </a:p>
          <a:p xmlns:a="http://schemas.openxmlformats.org/drawingml/2006/main">
            <a:r>
              <a:t>Source: https://pdf.retrievalpractice.org/RetrievalPracticeGuide.pdf</a:t>
            </a:r>
          </a:p>
          <a:p xmlns:a="http://schemas.openxmlformats.org/drawingml/2006/main">
            <a:r>
              <a:t>Full guide: https://tnt-teaching-tools.github.io/cold-call-classroom/retrieval-list-it.html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d26e0a27d48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b31829fccc48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ff2dea88d64c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b3294afaef49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90418c13664a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3812176c014f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4BF82F3-BED4-4D14-8AFE-DD816FCA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598F4D-6A78-438A-9195-5CEC751AA7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C7F78C3-594E-4CFE-8FBD-428BE0B3C6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3E1A40F-1639-4274-BDF2-E41D4107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676677-567B-4BCA-B5E6-7138292AD5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5FF0748-FFF1-46F7-8CE5-04C4BA5D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EB7AA9A-70F2-40B5-A11A-2530CDEADA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E4E1449-6265-4EF0-9486-81402F3010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0921B17-4424-4615-A044-FBB4A54E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A964776-F07A-4B70-99CF-43B6139766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28615A-0BC8-48D8-BBB1-038D195296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E1D686-FCF4-44A5-BFBE-9ED7B6EBBE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0D6369F-0C73-4B70-8F08-2A6B2E16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36C024-F91D-45C0-88F2-6F570C7A73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E4ED4D-22A9-4B60-B583-CD80412AF6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2bc7fe5a4d4d2c" /><Relationship Type="http://schemas.openxmlformats.org/officeDocument/2006/relationships/slideLayout" Target="/ppt/slideLayouts/slideLayout1.xml" Id="Rda387153e661483d" /><Relationship Type="http://schemas.openxmlformats.org/officeDocument/2006/relationships/slideLayout" Target="/ppt/slideLayouts/slideLayout2.xml" Id="Rc262e5b1dadc4443" /><Relationship Type="http://schemas.openxmlformats.org/officeDocument/2006/relationships/slideLayout" Target="/ppt/slideLayouts/slideLayout3.xml" Id="R12ec8bdd0e514fb4" /><Relationship Type="http://schemas.openxmlformats.org/officeDocument/2006/relationships/slideLayout" Target="/ppt/slideLayouts/slideLayout4.xml" Id="Re44420a3c8ff4bca" /><Relationship Type="http://schemas.openxmlformats.org/officeDocument/2006/relationships/slideLayout" Target="/ppt/slideLayouts/slideLayout5.xml" Id="R80d4bcf952fc4628" /><Relationship Type="http://schemas.openxmlformats.org/officeDocument/2006/relationships/slideLayout" Target="/ppt/slideLayouts/slideLayout6.xml" Id="R7dbd33da486949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387153e661483d"/>
    <p:sldLayoutId xmlns:r="http://schemas.openxmlformats.org/officeDocument/2006/relationships" id="2147483650" r:id="Rc262e5b1dadc4443"/>
    <p:sldLayoutId xmlns:r="http://schemas.openxmlformats.org/officeDocument/2006/relationships" id="2147483651" r:id="R12ec8bdd0e514fb4"/>
    <p:sldLayoutId xmlns:r="http://schemas.openxmlformats.org/officeDocument/2006/relationships" id="2147483652" r:id="Re44420a3c8ff4bca"/>
    <p:sldLayoutId xmlns:r="http://schemas.openxmlformats.org/officeDocument/2006/relationships" id="2147483653" r:id="R80d4bcf952fc4628"/>
    <p:sldLayoutId xmlns:r="http://schemas.openxmlformats.org/officeDocument/2006/relationships" id="2147483654" r:id="R7dbd33da486949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8335bcd06e4621" /><Relationship Type="http://schemas.openxmlformats.org/officeDocument/2006/relationships/notesSlide" Target="/ppt/notesSlides/notesSlide1.xml" Id="R3e490ccd29bb4e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5C7DD-AE59-4AE7-A120-5C2443FD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List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4821D-80CA-4972-8D20-5B86691D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2BBFC-EB71-47ED-A816-A82F13A7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0E696-D5E6-4A95-A2D7-1E04443E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a category and an achievable list length]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47306-21F3-4455-A7A3-ADA58888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Explain why one item belongs in the category.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73359-EF16-455E-9863-4FDBD921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4CAB5-111D-44D2-8499-A314502B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7234508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2026-10-07T03:43:19.2710000Z</dcterms:created>
  <dcterms:modified xsi:type="dcterms:W3CDTF">2026-10-07T03:43:19.2710000Z</dcterms:modified>
</coreProperties>
</file>